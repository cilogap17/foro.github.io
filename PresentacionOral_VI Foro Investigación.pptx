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80" r:id="rId6"/>
    <p:sldId id="282" r:id="rId7"/>
    <p:sldId id="285" r:id="rId8"/>
    <p:sldId id="284" r:id="rId9"/>
    <p:sldId id="283" r:id="rId10"/>
    <p:sldId id="278" r:id="rId11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ny Matilde Pinzon Candelario" userId="111eacce-2461-4205-8611-771a4abfbad5" providerId="ADAL" clId="{701D3D9C-B981-4602-8786-7CE86CDD590E}"/>
    <pc:docChg chg="undo custSel addSld delSld modSld modMainMaster">
      <pc:chgData name="Fanny Matilde Pinzon Candelario" userId="111eacce-2461-4205-8611-771a4abfbad5" providerId="ADAL" clId="{701D3D9C-B981-4602-8786-7CE86CDD590E}" dt="2026-04-18T16:07:37.107" v="41" actId="27636"/>
      <pc:docMkLst>
        <pc:docMk/>
      </pc:docMkLst>
      <pc:sldChg chg="addSp delSp modSp mod modClrScheme chgLayout">
        <pc:chgData name="Fanny Matilde Pinzon Candelario" userId="111eacce-2461-4205-8611-771a4abfbad5" providerId="ADAL" clId="{701D3D9C-B981-4602-8786-7CE86CDD590E}" dt="2026-04-18T16:07:37.107" v="41" actId="27636"/>
        <pc:sldMkLst>
          <pc:docMk/>
          <pc:sldMk cId="2725289902" sldId="256"/>
        </pc:sldMkLst>
        <pc:spChg chg="mod ord">
          <ac:chgData name="Fanny Matilde Pinzon Candelario" userId="111eacce-2461-4205-8611-771a4abfbad5" providerId="ADAL" clId="{701D3D9C-B981-4602-8786-7CE86CDD590E}" dt="2026-04-18T16:07:37.100" v="40" actId="700"/>
          <ac:spMkLst>
            <pc:docMk/>
            <pc:sldMk cId="2725289902" sldId="256"/>
            <ac:spMk id="4" creationId="{945CA224-2109-7D49-4E9B-AEB2C0E2EBF9}"/>
          </ac:spMkLst>
        </pc:spChg>
        <pc:spChg chg="del mod ord">
          <ac:chgData name="Fanny Matilde Pinzon Candelario" userId="111eacce-2461-4205-8611-771a4abfbad5" providerId="ADAL" clId="{701D3D9C-B981-4602-8786-7CE86CDD590E}" dt="2026-04-18T16:07:37.100" v="40" actId="700"/>
          <ac:spMkLst>
            <pc:docMk/>
            <pc:sldMk cId="2725289902" sldId="256"/>
            <ac:spMk id="9" creationId="{9949D1AB-B5D3-7EEF-A6FB-DE97DCE6FA78}"/>
          </ac:spMkLst>
        </pc:spChg>
        <pc:spChg chg="del mod ord">
          <ac:chgData name="Fanny Matilde Pinzon Candelario" userId="111eacce-2461-4205-8611-771a4abfbad5" providerId="ADAL" clId="{701D3D9C-B981-4602-8786-7CE86CDD590E}" dt="2026-04-18T16:07:37.100" v="40" actId="700"/>
          <ac:spMkLst>
            <pc:docMk/>
            <pc:sldMk cId="2725289902" sldId="256"/>
            <ac:spMk id="10" creationId="{0B764A8D-918A-A4B4-FE53-2794F1A98572}"/>
          </ac:spMkLst>
        </pc:spChg>
        <pc:spChg chg="add mod ord">
          <ac:chgData name="Fanny Matilde Pinzon Candelario" userId="111eacce-2461-4205-8611-771a4abfbad5" providerId="ADAL" clId="{701D3D9C-B981-4602-8786-7CE86CDD590E}" dt="2026-04-18T16:07:37.100" v="40" actId="700"/>
          <ac:spMkLst>
            <pc:docMk/>
            <pc:sldMk cId="2725289902" sldId="256"/>
            <ac:spMk id="11" creationId="{77A0DCA0-58DF-FB4C-DE32-D5A90D0DA9F0}"/>
          </ac:spMkLst>
        </pc:spChg>
        <pc:spChg chg="add mod ord">
          <ac:chgData name="Fanny Matilde Pinzon Candelario" userId="111eacce-2461-4205-8611-771a4abfbad5" providerId="ADAL" clId="{701D3D9C-B981-4602-8786-7CE86CDD590E}" dt="2026-04-18T16:07:37.107" v="41" actId="27636"/>
          <ac:spMkLst>
            <pc:docMk/>
            <pc:sldMk cId="2725289902" sldId="256"/>
            <ac:spMk id="12" creationId="{9F7B6BB1-3726-71AC-0E11-C823FC432D1D}"/>
          </ac:spMkLst>
        </pc:spChg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1771800250" sldId="272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153578175" sldId="273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463129238" sldId="274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994912390" sldId="276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251125887" sldId="277"/>
        </pc:sldMkLst>
      </pc:sldChg>
      <pc:sldChg chg="delSp mod">
        <pc:chgData name="Fanny Matilde Pinzon Candelario" userId="111eacce-2461-4205-8611-771a4abfbad5" providerId="ADAL" clId="{701D3D9C-B981-4602-8786-7CE86CDD590E}" dt="2026-04-18T16:06:56.449" v="35" actId="478"/>
        <pc:sldMkLst>
          <pc:docMk/>
          <pc:sldMk cId="1803512749" sldId="278"/>
        </pc:sldMkLst>
        <pc:spChg chg="del">
          <ac:chgData name="Fanny Matilde Pinzon Candelario" userId="111eacce-2461-4205-8611-771a4abfbad5" providerId="ADAL" clId="{701D3D9C-B981-4602-8786-7CE86CDD590E}" dt="2026-04-18T16:06:56.449" v="35" actId="478"/>
          <ac:spMkLst>
            <pc:docMk/>
            <pc:sldMk cId="1803512749" sldId="278"/>
            <ac:spMk id="2" creationId="{7BB1667D-9C60-B94E-1152-83BF8B64804D}"/>
          </ac:spMkLst>
        </pc:spChg>
      </pc:sldChg>
      <pc:sldChg chg="del">
        <pc:chgData name="Fanny Matilde Pinzon Candelario" userId="111eacce-2461-4205-8611-771a4abfbad5" providerId="ADAL" clId="{701D3D9C-B981-4602-8786-7CE86CDD590E}" dt="2026-04-18T16:04:56.485" v="14" actId="47"/>
        <pc:sldMkLst>
          <pc:docMk/>
          <pc:sldMk cId="1037967274" sldId="279"/>
        </pc:sldMkLst>
      </pc:sldChg>
      <pc:sldChg chg="addSp delSp modSp mod modClrScheme chgLayout">
        <pc:chgData name="Fanny Matilde Pinzon Candelario" userId="111eacce-2461-4205-8611-771a4abfbad5" providerId="ADAL" clId="{701D3D9C-B981-4602-8786-7CE86CDD590E}" dt="2026-04-18T16:05:50.946" v="31" actId="700"/>
        <pc:sldMkLst>
          <pc:docMk/>
          <pc:sldMk cId="2480873236" sldId="280"/>
        </pc:sldMkLst>
        <pc:spChg chg="add del mod ord">
          <ac:chgData name="Fanny Matilde Pinzon Candelario" userId="111eacce-2461-4205-8611-771a4abfbad5" providerId="ADAL" clId="{701D3D9C-B981-4602-8786-7CE86CDD590E}" dt="2026-04-18T16:05:50.946" v="31" actId="700"/>
          <ac:spMkLst>
            <pc:docMk/>
            <pc:sldMk cId="2480873236" sldId="280"/>
            <ac:spMk id="2" creationId="{CB034D56-01F6-E492-9CC1-61F2D37C871F}"/>
          </ac:spMkLst>
        </pc:spChg>
        <pc:spChg chg="add del">
          <ac:chgData name="Fanny Matilde Pinzon Candelario" userId="111eacce-2461-4205-8611-771a4abfbad5" providerId="ADAL" clId="{701D3D9C-B981-4602-8786-7CE86CDD590E}" dt="2026-04-18T16:04:29.318" v="10" actId="478"/>
          <ac:spMkLst>
            <pc:docMk/>
            <pc:sldMk cId="2480873236" sldId="280"/>
            <ac:spMk id="3" creationId="{5BFA2B39-BDEF-5252-246C-AC96B26B80BE}"/>
          </ac:spMkLst>
        </pc:spChg>
        <pc:spChg chg="mod ord">
          <ac:chgData name="Fanny Matilde Pinzon Candelario" userId="111eacce-2461-4205-8611-771a4abfbad5" providerId="ADAL" clId="{701D3D9C-B981-4602-8786-7CE86CDD590E}" dt="2026-04-18T16:05:50.946" v="31" actId="700"/>
          <ac:spMkLst>
            <pc:docMk/>
            <pc:sldMk cId="2480873236" sldId="280"/>
            <ac:spMk id="4" creationId="{EE102775-0023-EEBA-5790-0D262CB9B045}"/>
          </ac:spMkLst>
        </pc:spChg>
        <pc:spChg chg="add del mod">
          <ac:chgData name="Fanny Matilde Pinzon Candelario" userId="111eacce-2461-4205-8611-771a4abfbad5" providerId="ADAL" clId="{701D3D9C-B981-4602-8786-7CE86CDD590E}" dt="2026-04-18T16:04:27.066" v="9" actId="478"/>
          <ac:spMkLst>
            <pc:docMk/>
            <pc:sldMk cId="2480873236" sldId="280"/>
            <ac:spMk id="7" creationId="{1E27E386-81D7-0420-DB37-EFCFBE100516}"/>
          </ac:spMkLst>
        </pc:spChg>
        <pc:spChg chg="del">
          <ac:chgData name="Fanny Matilde Pinzon Candelario" userId="111eacce-2461-4205-8611-771a4abfbad5" providerId="ADAL" clId="{701D3D9C-B981-4602-8786-7CE86CDD590E}" dt="2026-04-18T16:04:30.844" v="11" actId="478"/>
          <ac:spMkLst>
            <pc:docMk/>
            <pc:sldMk cId="2480873236" sldId="280"/>
            <ac:spMk id="8" creationId="{57113DDD-DCC2-4966-8EEF-7FFE9B6A2C6E}"/>
          </ac:spMkLst>
        </pc:spChg>
        <pc:spChg chg="add del mod">
          <ac:chgData name="Fanny Matilde Pinzon Candelario" userId="111eacce-2461-4205-8611-771a4abfbad5" providerId="ADAL" clId="{701D3D9C-B981-4602-8786-7CE86CDD590E}" dt="2026-04-18T16:04:25.244" v="7" actId="478"/>
          <ac:spMkLst>
            <pc:docMk/>
            <pc:sldMk cId="2480873236" sldId="280"/>
            <ac:spMk id="11" creationId="{9B23D597-C247-1346-EB04-93DF95D0AEC3}"/>
          </ac:spMkLst>
        </pc:spChg>
        <pc:spChg chg="add del mod">
          <ac:chgData name="Fanny Matilde Pinzon Candelario" userId="111eacce-2461-4205-8611-771a4abfbad5" providerId="ADAL" clId="{701D3D9C-B981-4602-8786-7CE86CDD590E}" dt="2026-04-18T16:04:33.868" v="13" actId="478"/>
          <ac:spMkLst>
            <pc:docMk/>
            <pc:sldMk cId="2480873236" sldId="280"/>
            <ac:spMk id="13" creationId="{7425AED8-E3F4-C754-86F7-C9917D30FDE8}"/>
          </ac:spMkLst>
        </pc:spChg>
        <pc:spChg chg="add mod ord">
          <ac:chgData name="Fanny Matilde Pinzon Candelario" userId="111eacce-2461-4205-8611-771a4abfbad5" providerId="ADAL" clId="{701D3D9C-B981-4602-8786-7CE86CDD590E}" dt="2026-04-18T16:05:50.946" v="31" actId="700"/>
          <ac:spMkLst>
            <pc:docMk/>
            <pc:sldMk cId="2480873236" sldId="280"/>
            <ac:spMk id="14" creationId="{3E619CE9-5F64-8731-5FBA-3813A3F043EA}"/>
          </ac:spMkLst>
        </pc:spChg>
        <pc:picChg chg="del">
          <ac:chgData name="Fanny Matilde Pinzon Candelario" userId="111eacce-2461-4205-8611-771a4abfbad5" providerId="ADAL" clId="{701D3D9C-B981-4602-8786-7CE86CDD590E}" dt="2026-04-18T16:04:31.869" v="12" actId="478"/>
          <ac:picMkLst>
            <pc:docMk/>
            <pc:sldMk cId="2480873236" sldId="280"/>
            <ac:picMk id="9" creationId="{DF77872F-73D4-4B31-B9D7-3A65FF610BA5}"/>
          </ac:picMkLst>
        </pc:picChg>
      </pc:sldChg>
      <pc:sldChg chg="addSp delSp modSp mod chgLayout">
        <pc:chgData name="Fanny Matilde Pinzon Candelario" userId="111eacce-2461-4205-8611-771a4abfbad5" providerId="ADAL" clId="{701D3D9C-B981-4602-8786-7CE86CDD590E}" dt="2026-04-18T16:06:00.141" v="32" actId="700"/>
        <pc:sldMkLst>
          <pc:docMk/>
          <pc:sldMk cId="2914657389" sldId="282"/>
        </pc:sldMkLst>
        <pc:spChg chg="mod ord">
          <ac:chgData name="Fanny Matilde Pinzon Candelario" userId="111eacce-2461-4205-8611-771a4abfbad5" providerId="ADAL" clId="{701D3D9C-B981-4602-8786-7CE86CDD590E}" dt="2026-04-18T16:06:00.141" v="32" actId="700"/>
          <ac:spMkLst>
            <pc:docMk/>
            <pc:sldMk cId="2914657389" sldId="282"/>
            <ac:spMk id="2" creationId="{4960AC3E-8F95-487B-8ED0-04B7EA7940CA}"/>
          </ac:spMkLst>
        </pc:spChg>
        <pc:spChg chg="del">
          <ac:chgData name="Fanny Matilde Pinzon Candelario" userId="111eacce-2461-4205-8611-771a4abfbad5" providerId="ADAL" clId="{701D3D9C-B981-4602-8786-7CE86CDD590E}" dt="2026-04-18T16:05:14.249" v="26" actId="478"/>
          <ac:spMkLst>
            <pc:docMk/>
            <pc:sldMk cId="2914657389" sldId="282"/>
            <ac:spMk id="4" creationId="{5192177D-7561-4779-8744-3C7F85FD9367}"/>
          </ac:spMkLst>
        </pc:spChg>
        <pc:spChg chg="del mod">
          <ac:chgData name="Fanny Matilde Pinzon Candelario" userId="111eacce-2461-4205-8611-771a4abfbad5" providerId="ADAL" clId="{701D3D9C-B981-4602-8786-7CE86CDD590E}" dt="2026-04-18T16:05:17.258" v="28" actId="478"/>
          <ac:spMkLst>
            <pc:docMk/>
            <pc:sldMk cId="2914657389" sldId="282"/>
            <ac:spMk id="5" creationId="{BE9201D8-09E7-4624-AA9B-D16B72CBB5BD}"/>
          </ac:spMkLst>
        </pc:spChg>
        <pc:spChg chg="del">
          <ac:chgData name="Fanny Matilde Pinzon Candelario" userId="111eacce-2461-4205-8611-771a4abfbad5" providerId="ADAL" clId="{701D3D9C-B981-4602-8786-7CE86CDD590E}" dt="2026-04-18T16:05:13.126" v="25" actId="478"/>
          <ac:spMkLst>
            <pc:docMk/>
            <pc:sldMk cId="2914657389" sldId="282"/>
            <ac:spMk id="6" creationId="{2C91A235-22D3-4529-A508-B1FE201330F9}"/>
          </ac:spMkLst>
        </pc:spChg>
        <pc:spChg chg="del">
          <ac:chgData name="Fanny Matilde Pinzon Candelario" userId="111eacce-2461-4205-8611-771a4abfbad5" providerId="ADAL" clId="{701D3D9C-B981-4602-8786-7CE86CDD590E}" dt="2026-04-18T16:05:01.641" v="15" actId="478"/>
          <ac:spMkLst>
            <pc:docMk/>
            <pc:sldMk cId="2914657389" sldId="282"/>
            <ac:spMk id="7" creationId="{C54DEAB7-A079-40D6-B906-88FAD456CF35}"/>
          </ac:spMkLst>
        </pc:spChg>
        <pc:spChg chg="add del mod">
          <ac:chgData name="Fanny Matilde Pinzon Candelario" userId="111eacce-2461-4205-8611-771a4abfbad5" providerId="ADAL" clId="{701D3D9C-B981-4602-8786-7CE86CDD590E}" dt="2026-04-18T16:05:18.879" v="29" actId="478"/>
          <ac:spMkLst>
            <pc:docMk/>
            <pc:sldMk cId="2914657389" sldId="282"/>
            <ac:spMk id="9" creationId="{289E3F72-D765-B0C7-5F77-303055D97BF1}"/>
          </ac:spMkLst>
        </pc:spChg>
        <pc:spChg chg="add mod ord">
          <ac:chgData name="Fanny Matilde Pinzon Candelario" userId="111eacce-2461-4205-8611-771a4abfbad5" providerId="ADAL" clId="{701D3D9C-B981-4602-8786-7CE86CDD590E}" dt="2026-04-18T16:06:00.141" v="32" actId="700"/>
          <ac:spMkLst>
            <pc:docMk/>
            <pc:sldMk cId="2914657389" sldId="282"/>
            <ac:spMk id="10" creationId="{AB84AD03-CD48-2924-B1D7-D08F47AC3BFA}"/>
          </ac:spMkLst>
        </pc:spChg>
        <pc:spChg chg="del">
          <ac:chgData name="Fanny Matilde Pinzon Candelario" userId="111eacce-2461-4205-8611-771a4abfbad5" providerId="ADAL" clId="{701D3D9C-B981-4602-8786-7CE86CDD590E}" dt="2026-04-18T16:05:03.404" v="16" actId="478"/>
          <ac:spMkLst>
            <pc:docMk/>
            <pc:sldMk cId="2914657389" sldId="282"/>
            <ac:spMk id="13" creationId="{FC4C23FC-3AE4-4A77-8E09-82E3602E0BA4}"/>
          </ac:spMkLst>
        </pc:spChg>
        <pc:spChg chg="del">
          <ac:chgData name="Fanny Matilde Pinzon Candelario" userId="111eacce-2461-4205-8611-771a4abfbad5" providerId="ADAL" clId="{701D3D9C-B981-4602-8786-7CE86CDD590E}" dt="2026-04-18T16:05:05.381" v="18" actId="478"/>
          <ac:spMkLst>
            <pc:docMk/>
            <pc:sldMk cId="2914657389" sldId="282"/>
            <ac:spMk id="14" creationId="{E5567394-7300-4CBF-8A9F-3E105D1C9754}"/>
          </ac:spMkLst>
        </pc:spChg>
        <pc:spChg chg="del mod">
          <ac:chgData name="Fanny Matilde Pinzon Candelario" userId="111eacce-2461-4205-8611-771a4abfbad5" providerId="ADAL" clId="{701D3D9C-B981-4602-8786-7CE86CDD590E}" dt="2026-04-18T16:05:08.389" v="21" actId="478"/>
          <ac:spMkLst>
            <pc:docMk/>
            <pc:sldMk cId="2914657389" sldId="282"/>
            <ac:spMk id="15" creationId="{958DA3CE-1DD6-4620-A558-7CF8E69DFC5E}"/>
          </ac:spMkLst>
        </pc:spChg>
        <pc:spChg chg="add mod ord">
          <ac:chgData name="Fanny Matilde Pinzon Candelario" userId="111eacce-2461-4205-8611-771a4abfbad5" providerId="ADAL" clId="{701D3D9C-B981-4602-8786-7CE86CDD590E}" dt="2026-04-18T16:06:00.141" v="32" actId="700"/>
          <ac:spMkLst>
            <pc:docMk/>
            <pc:sldMk cId="2914657389" sldId="282"/>
            <ac:spMk id="16" creationId="{BA4789E7-F5D3-F22E-FE75-C9452AEB641E}"/>
          </ac:spMkLst>
        </pc:spChg>
        <pc:spChg chg="del">
          <ac:chgData name="Fanny Matilde Pinzon Candelario" userId="111eacce-2461-4205-8611-771a4abfbad5" providerId="ADAL" clId="{701D3D9C-B981-4602-8786-7CE86CDD590E}" dt="2026-04-18T16:05:10.249" v="22" actId="478"/>
          <ac:spMkLst>
            <pc:docMk/>
            <pc:sldMk cId="2914657389" sldId="282"/>
            <ac:spMk id="18" creationId="{772D776A-9476-40B7-933B-E8DDB3ECA240}"/>
          </ac:spMkLst>
        </pc:spChg>
        <pc:spChg chg="add mod ord">
          <ac:chgData name="Fanny Matilde Pinzon Candelario" userId="111eacce-2461-4205-8611-771a4abfbad5" providerId="ADAL" clId="{701D3D9C-B981-4602-8786-7CE86CDD590E}" dt="2026-04-18T16:06:00.141" v="32" actId="700"/>
          <ac:spMkLst>
            <pc:docMk/>
            <pc:sldMk cId="2914657389" sldId="282"/>
            <ac:spMk id="19" creationId="{4AFE890C-1E68-FC58-5817-F566E9108AE2}"/>
          </ac:spMkLst>
        </pc:spChg>
        <pc:picChg chg="del">
          <ac:chgData name="Fanny Matilde Pinzon Candelario" userId="111eacce-2461-4205-8611-771a4abfbad5" providerId="ADAL" clId="{701D3D9C-B981-4602-8786-7CE86CDD590E}" dt="2026-04-18T16:05:11.325" v="23" actId="478"/>
          <ac:picMkLst>
            <pc:docMk/>
            <pc:sldMk cId="2914657389" sldId="282"/>
            <ac:picMk id="8" creationId="{6A95F148-16FD-45DF-BEF1-9E3840A47AE7}"/>
          </ac:picMkLst>
        </pc:picChg>
        <pc:picChg chg="del">
          <ac:chgData name="Fanny Matilde Pinzon Candelario" userId="111eacce-2461-4205-8611-771a4abfbad5" providerId="ADAL" clId="{701D3D9C-B981-4602-8786-7CE86CDD590E}" dt="2026-04-18T16:05:06.063" v="19" actId="478"/>
          <ac:picMkLst>
            <pc:docMk/>
            <pc:sldMk cId="2914657389" sldId="282"/>
            <ac:picMk id="11" creationId="{309CA297-894B-4B89-B57F-E2C4C1D11994}"/>
          </ac:picMkLst>
        </pc:picChg>
        <pc:picChg chg="del">
          <ac:chgData name="Fanny Matilde Pinzon Candelario" userId="111eacce-2461-4205-8611-771a4abfbad5" providerId="ADAL" clId="{701D3D9C-B981-4602-8786-7CE86CDD590E}" dt="2026-04-18T16:05:04.394" v="17" actId="478"/>
          <ac:picMkLst>
            <pc:docMk/>
            <pc:sldMk cId="2914657389" sldId="282"/>
            <ac:picMk id="12" creationId="{F86E5722-FBEE-477F-93AF-D23778C857DC}"/>
          </ac:picMkLst>
        </pc:picChg>
        <pc:picChg chg="del">
          <ac:chgData name="Fanny Matilde Pinzon Candelario" userId="111eacce-2461-4205-8611-771a4abfbad5" providerId="ADAL" clId="{701D3D9C-B981-4602-8786-7CE86CDD590E}" dt="2026-04-18T16:05:12.357" v="24" actId="478"/>
          <ac:picMkLst>
            <pc:docMk/>
            <pc:sldMk cId="2914657389" sldId="282"/>
            <ac:picMk id="17" creationId="{8A879DB0-65FD-4AC2-9358-2911653BAFC3}"/>
          </ac:picMkLst>
        </pc:picChg>
      </pc:sldChg>
      <pc:sldChg chg="addSp delSp modSp new mod modClrScheme chgLayout">
        <pc:chgData name="Fanny Matilde Pinzon Candelario" userId="111eacce-2461-4205-8611-771a4abfbad5" providerId="ADAL" clId="{701D3D9C-B981-4602-8786-7CE86CDD590E}" dt="2026-04-18T16:06:48.537" v="34" actId="700"/>
        <pc:sldMkLst>
          <pc:docMk/>
          <pc:sldMk cId="1643592605" sldId="283"/>
        </pc:sldMkLst>
        <pc:spChg chg="del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2" creationId="{25AB5FDC-CDAA-24C6-6A0E-EC92697938DF}"/>
          </ac:spMkLst>
        </pc:spChg>
        <pc:spChg chg="del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3" creationId="{0DFDCF95-EA73-F431-1772-CA36B6A7672E}"/>
          </ac:spMkLst>
        </pc:spChg>
        <pc:spChg chg="del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4" creationId="{2F238511-7782-24EE-7C2C-E399C4D3387E}"/>
          </ac:spMkLst>
        </pc:spChg>
        <pc:spChg chg="add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5" creationId="{597E6E82-D5F1-1902-98BB-2270C94C906E}"/>
          </ac:spMkLst>
        </pc:spChg>
        <pc:spChg chg="add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6" creationId="{FC47F84A-3959-E80A-E70C-808D25A79DCE}"/>
          </ac:spMkLst>
        </pc:spChg>
        <pc:spChg chg="add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7" creationId="{829AAF6D-CE0D-944B-2ED4-EB7050377C6D}"/>
          </ac:spMkLst>
        </pc:spChg>
        <pc:spChg chg="add mod ord">
          <ac:chgData name="Fanny Matilde Pinzon Candelario" userId="111eacce-2461-4205-8611-771a4abfbad5" providerId="ADAL" clId="{701D3D9C-B981-4602-8786-7CE86CDD590E}" dt="2026-04-18T16:06:48.537" v="34" actId="700"/>
          <ac:spMkLst>
            <pc:docMk/>
            <pc:sldMk cId="1643592605" sldId="283"/>
            <ac:spMk id="8" creationId="{0EA158AA-5D70-004B-C781-DC170F4A7103}"/>
          </ac:spMkLst>
        </pc:spChg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2440241514" sldId="283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955940048" sldId="284"/>
        </pc:sldMkLst>
      </pc:sldChg>
      <pc:sldChg chg="addSp delSp modSp new mod modClrScheme chgLayout">
        <pc:chgData name="Fanny Matilde Pinzon Candelario" userId="111eacce-2461-4205-8611-771a4abfbad5" providerId="ADAL" clId="{701D3D9C-B981-4602-8786-7CE86CDD590E}" dt="2026-04-18T16:07:07.999" v="37" actId="700"/>
        <pc:sldMkLst>
          <pc:docMk/>
          <pc:sldMk cId="3535518948" sldId="284"/>
        </pc:sldMkLst>
        <pc:spChg chg="del mod ord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2" creationId="{01188608-416B-FF4D-99D9-DB225D29BFF4}"/>
          </ac:spMkLst>
        </pc:spChg>
        <pc:spChg chg="del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3" creationId="{0C105636-05DE-5B58-BE2E-EA521B1CCBCD}"/>
          </ac:spMkLst>
        </pc:spChg>
        <pc:spChg chg="del mod ord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4" creationId="{F5EBE156-BFC9-A4BB-CA3B-0ED74D972E03}"/>
          </ac:spMkLst>
        </pc:spChg>
        <pc:spChg chg="add mod ord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5" creationId="{B407DB69-67A8-3259-1E23-C5C2EB4A8644}"/>
          </ac:spMkLst>
        </pc:spChg>
        <pc:spChg chg="add mod ord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6" creationId="{65A71153-2D97-B7D9-3FDD-92687CB06024}"/>
          </ac:spMkLst>
        </pc:spChg>
        <pc:spChg chg="add mod ord">
          <ac:chgData name="Fanny Matilde Pinzon Candelario" userId="111eacce-2461-4205-8611-771a4abfbad5" providerId="ADAL" clId="{701D3D9C-B981-4602-8786-7CE86CDD590E}" dt="2026-04-18T16:07:07.999" v="37" actId="700"/>
          <ac:spMkLst>
            <pc:docMk/>
            <pc:sldMk cId="3535518948" sldId="284"/>
            <ac:spMk id="7" creationId="{2A89D171-C3FB-471A-D2A6-66FF81C033A3}"/>
          </ac:spMkLst>
        </pc:spChg>
      </pc:sldChg>
      <pc:sldChg chg="addSp delSp modSp new mod modClrScheme chgLayout">
        <pc:chgData name="Fanny Matilde Pinzon Candelario" userId="111eacce-2461-4205-8611-771a4abfbad5" providerId="ADAL" clId="{701D3D9C-B981-4602-8786-7CE86CDD590E}" dt="2026-04-18T16:07:27.319" v="39" actId="700"/>
        <pc:sldMkLst>
          <pc:docMk/>
          <pc:sldMk cId="2423211572" sldId="285"/>
        </pc:sldMkLst>
        <pc:spChg chg="del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2" creationId="{569A5B6B-0DEC-6AEE-1ADC-70D3C9BCB018}"/>
          </ac:spMkLst>
        </pc:spChg>
        <pc:spChg chg="del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3" creationId="{C499F17E-CD3E-87C4-9E46-846953C2A2DE}"/>
          </ac:spMkLst>
        </pc:spChg>
        <pc:spChg chg="del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4" creationId="{1AA975F7-036A-0835-E209-285B1EC553D0}"/>
          </ac:spMkLst>
        </pc:spChg>
        <pc:spChg chg="add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5" creationId="{BFE7C671-59C8-78CB-C79A-0223A22AF757}"/>
          </ac:spMkLst>
        </pc:spChg>
        <pc:spChg chg="add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6" creationId="{98F75478-773E-D8E9-D5D0-C4E7C90A42CB}"/>
          </ac:spMkLst>
        </pc:spChg>
        <pc:spChg chg="add mod ord">
          <ac:chgData name="Fanny Matilde Pinzon Candelario" userId="111eacce-2461-4205-8611-771a4abfbad5" providerId="ADAL" clId="{701D3D9C-B981-4602-8786-7CE86CDD590E}" dt="2026-04-18T16:07:27.319" v="39" actId="700"/>
          <ac:spMkLst>
            <pc:docMk/>
            <pc:sldMk cId="2423211572" sldId="285"/>
            <ac:spMk id="7" creationId="{6A4BADED-6868-D961-8328-880563B244FE}"/>
          </ac:spMkLst>
        </pc:spChg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1065442190" sldId="286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555894428" sldId="287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809202596" sldId="288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649895381" sldId="289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774135589" sldId="290"/>
        </pc:sldMkLst>
      </pc:sldChg>
      <pc:sldChg chg="del">
        <pc:chgData name="Fanny Matilde Pinzon Candelario" userId="111eacce-2461-4205-8611-771a4abfbad5" providerId="ADAL" clId="{701D3D9C-B981-4602-8786-7CE86CDD590E}" dt="2026-04-18T16:05:35.212" v="30" actId="47"/>
        <pc:sldMkLst>
          <pc:docMk/>
          <pc:sldMk cId="3563576936" sldId="291"/>
        </pc:sldMkLst>
      </pc:sldChg>
      <pc:sldMasterChg chg="delSldLayout modSldLayout">
        <pc:chgData name="Fanny Matilde Pinzon Candelario" userId="111eacce-2461-4205-8611-771a4abfbad5" providerId="ADAL" clId="{701D3D9C-B981-4602-8786-7CE86CDD590E}" dt="2026-04-18T16:05:35.212" v="30" actId="47"/>
        <pc:sldMasterMkLst>
          <pc:docMk/>
          <pc:sldMasterMk cId="2235843667" sldId="2147483648"/>
        </pc:sldMasterMkLst>
        <pc:sldLayoutChg chg="modSp mod">
          <pc:chgData name="Fanny Matilde Pinzon Candelario" userId="111eacce-2461-4205-8611-771a4abfbad5" providerId="ADAL" clId="{701D3D9C-B981-4602-8786-7CE86CDD590E}" dt="2026-04-18T16:03:29.619" v="3" actId="1076"/>
          <pc:sldLayoutMkLst>
            <pc:docMk/>
            <pc:sldMasterMk cId="2235843667" sldId="2147483648"/>
            <pc:sldLayoutMk cId="1959882974" sldId="2147483651"/>
          </pc:sldLayoutMkLst>
          <pc:grpChg chg="mod">
            <ac:chgData name="Fanny Matilde Pinzon Candelario" userId="111eacce-2461-4205-8611-771a4abfbad5" providerId="ADAL" clId="{701D3D9C-B981-4602-8786-7CE86CDD590E}" dt="2026-04-18T16:03:29.619" v="3" actId="1076"/>
            <ac:grpSpMkLst>
              <pc:docMk/>
              <pc:sldMasterMk cId="2235843667" sldId="2147483648"/>
              <pc:sldLayoutMk cId="1959882974" sldId="2147483651"/>
              <ac:grpSpMk id="7" creationId="{052C7160-5E05-A1D9-2850-C1406D82A154}"/>
            </ac:grpSpMkLst>
          </pc:grpChg>
        </pc:sldLayoutChg>
        <pc:sldLayoutChg chg="modSp mod">
          <pc:chgData name="Fanny Matilde Pinzon Candelario" userId="111eacce-2461-4205-8611-771a4abfbad5" providerId="ADAL" clId="{701D3D9C-B981-4602-8786-7CE86CDD590E}" dt="2026-04-18T16:03:10.157" v="2" actId="1076"/>
          <pc:sldLayoutMkLst>
            <pc:docMk/>
            <pc:sldMasterMk cId="2235843667" sldId="2147483648"/>
            <pc:sldLayoutMk cId="1983554231" sldId="2147483663"/>
          </pc:sldLayoutMkLst>
          <pc:spChg chg="mod">
            <ac:chgData name="Fanny Matilde Pinzon Candelario" userId="111eacce-2461-4205-8611-771a4abfbad5" providerId="ADAL" clId="{701D3D9C-B981-4602-8786-7CE86CDD590E}" dt="2026-04-18T16:03:10.157" v="2" actId="1076"/>
            <ac:spMkLst>
              <pc:docMk/>
              <pc:sldMasterMk cId="2235843667" sldId="2147483648"/>
              <pc:sldLayoutMk cId="1983554231" sldId="2147483663"/>
              <ac:spMk id="34" creationId="{00000000-0000-0000-0000-000000000000}"/>
            </ac:spMkLst>
          </pc:spChg>
          <pc:spChg chg="mod">
            <ac:chgData name="Fanny Matilde Pinzon Candelario" userId="111eacce-2461-4205-8611-771a4abfbad5" providerId="ADAL" clId="{701D3D9C-B981-4602-8786-7CE86CDD590E}" dt="2026-04-18T16:03:04.882" v="0" actId="1076"/>
            <ac:spMkLst>
              <pc:docMk/>
              <pc:sldMasterMk cId="2235843667" sldId="2147483648"/>
              <pc:sldLayoutMk cId="1983554231" sldId="2147483663"/>
              <ac:spMk id="35" creationId="{00000000-0000-0000-0000-000000000000}"/>
            </ac:spMkLst>
          </pc:spChg>
        </pc:sldLayoutChg>
        <pc:sldLayoutChg chg="del">
          <pc:chgData name="Fanny Matilde Pinzon Candelario" userId="111eacce-2461-4205-8611-771a4abfbad5" providerId="ADAL" clId="{701D3D9C-B981-4602-8786-7CE86CDD590E}" dt="2026-04-18T16:05:35.212" v="30" actId="47"/>
          <pc:sldLayoutMkLst>
            <pc:docMk/>
            <pc:sldMasterMk cId="2235843667" sldId="2147483648"/>
            <pc:sldLayoutMk cId="606052174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ECE75-5C41-4410-BA58-E46E2EE3F2E6}" type="datetimeFigureOut">
              <a:rPr lang="es-419" smtClean="0"/>
              <a:t>18/4/2026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65816-AAE0-4F44-BDCA-3FED7D40441B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90041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14199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 userDrawn="1">
  <p:cSld name="1_Encabezado de secció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2799007" y="3429000"/>
            <a:ext cx="8994910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  <a:defRPr sz="4500"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2799007" y="2680456"/>
            <a:ext cx="8994911" cy="52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B52A"/>
              </a:buClr>
              <a:buSzPts val="2400"/>
              <a:buFont typeface="Arial"/>
              <a:buNone/>
              <a:defRPr sz="2400" b="1">
                <a:solidFill>
                  <a:srgbClr val="F0B52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355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C71C9-A919-E3CB-D6CA-CC6467B66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268" y="1938406"/>
            <a:ext cx="9144000" cy="125265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0F9E73-7D24-75F2-AA32-65222CDE0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3268" y="3362783"/>
            <a:ext cx="9144000" cy="232430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419" dirty="0"/>
          </a:p>
        </p:txBody>
      </p:sp>
      <p:grpSp>
        <p:nvGrpSpPr>
          <p:cNvPr id="73" name="Google Shape;877;p8">
            <a:extLst>
              <a:ext uri="{FF2B5EF4-FFF2-40B4-BE49-F238E27FC236}">
                <a16:creationId xmlns:a16="http://schemas.microsoft.com/office/drawing/2014/main" id="{48490F74-2F54-4825-034D-C2E3FFFE4709}"/>
              </a:ext>
            </a:extLst>
          </p:cNvPr>
          <p:cNvGrpSpPr/>
          <p:nvPr userDrawn="1"/>
        </p:nvGrpSpPr>
        <p:grpSpPr>
          <a:xfrm rot="21318082">
            <a:off x="-189253" y="4275074"/>
            <a:ext cx="2220244" cy="2611426"/>
            <a:chOff x="2634050" y="3784550"/>
            <a:chExt cx="1220425" cy="1435450"/>
          </a:xfrm>
        </p:grpSpPr>
        <p:sp>
          <p:nvSpPr>
            <p:cNvPr id="74" name="Google Shape;878;p8">
              <a:extLst>
                <a:ext uri="{FF2B5EF4-FFF2-40B4-BE49-F238E27FC236}">
                  <a16:creationId xmlns:a16="http://schemas.microsoft.com/office/drawing/2014/main" id="{28FC698E-DEEE-7EA5-742D-9A3815B64E94}"/>
                </a:ext>
              </a:extLst>
            </p:cNvPr>
            <p:cNvSpPr/>
            <p:nvPr/>
          </p:nvSpPr>
          <p:spPr>
            <a:xfrm>
              <a:off x="3062625" y="4406125"/>
              <a:ext cx="486375" cy="813875"/>
            </a:xfrm>
            <a:custGeom>
              <a:avLst/>
              <a:gdLst/>
              <a:ahLst/>
              <a:cxnLst/>
              <a:rect l="l" t="t" r="r" b="b"/>
              <a:pathLst>
                <a:path w="19455" h="32555" extrusionOk="0">
                  <a:moveTo>
                    <a:pt x="18390" y="32554"/>
                  </a:moveTo>
                  <a:cubicBezTo>
                    <a:pt x="15229" y="29059"/>
                    <a:pt x="12463" y="25259"/>
                    <a:pt x="10092" y="21186"/>
                  </a:cubicBezTo>
                  <a:cubicBezTo>
                    <a:pt x="1" y="3648"/>
                    <a:pt x="457" y="1095"/>
                    <a:pt x="457" y="1095"/>
                  </a:cubicBezTo>
                  <a:cubicBezTo>
                    <a:pt x="457" y="1095"/>
                    <a:pt x="578" y="1"/>
                    <a:pt x="1399" y="2554"/>
                  </a:cubicBezTo>
                  <a:cubicBezTo>
                    <a:pt x="2189" y="5107"/>
                    <a:pt x="6141" y="12706"/>
                    <a:pt x="11582" y="21855"/>
                  </a:cubicBezTo>
                  <a:cubicBezTo>
                    <a:pt x="13861" y="25655"/>
                    <a:pt x="16506" y="29241"/>
                    <a:pt x="19454" y="325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79;p8">
              <a:extLst>
                <a:ext uri="{FF2B5EF4-FFF2-40B4-BE49-F238E27FC236}">
                  <a16:creationId xmlns:a16="http://schemas.microsoft.com/office/drawing/2014/main" id="{EB502F7F-68A1-209D-27E5-6723B198B70F}"/>
                </a:ext>
              </a:extLst>
            </p:cNvPr>
            <p:cNvSpPr/>
            <p:nvPr/>
          </p:nvSpPr>
          <p:spPr>
            <a:xfrm>
              <a:off x="2820975" y="3784550"/>
              <a:ext cx="262200" cy="674025"/>
            </a:xfrm>
            <a:custGeom>
              <a:avLst/>
              <a:gdLst/>
              <a:ahLst/>
              <a:cxnLst/>
              <a:rect l="l" t="t" r="r" b="b"/>
              <a:pathLst>
                <a:path w="10488" h="26961" extrusionOk="0">
                  <a:moveTo>
                    <a:pt x="10488" y="26961"/>
                  </a:moveTo>
                  <a:cubicBezTo>
                    <a:pt x="10488" y="19271"/>
                    <a:pt x="1" y="0"/>
                    <a:pt x="1" y="0"/>
                  </a:cubicBezTo>
                  <a:cubicBezTo>
                    <a:pt x="1" y="0"/>
                    <a:pt x="2524" y="10699"/>
                    <a:pt x="4834" y="17630"/>
                  </a:cubicBezTo>
                  <a:cubicBezTo>
                    <a:pt x="7174" y="24590"/>
                    <a:pt x="10488" y="26961"/>
                    <a:pt x="10488" y="269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80;p8">
              <a:extLst>
                <a:ext uri="{FF2B5EF4-FFF2-40B4-BE49-F238E27FC236}">
                  <a16:creationId xmlns:a16="http://schemas.microsoft.com/office/drawing/2014/main" id="{182B2EF3-374F-A206-199F-5A233B6E3458}"/>
                </a:ext>
              </a:extLst>
            </p:cNvPr>
            <p:cNvSpPr/>
            <p:nvPr/>
          </p:nvSpPr>
          <p:spPr>
            <a:xfrm>
              <a:off x="3105950" y="4119650"/>
              <a:ext cx="137550" cy="398200"/>
            </a:xfrm>
            <a:custGeom>
              <a:avLst/>
              <a:gdLst/>
              <a:ahLst/>
              <a:cxnLst/>
              <a:rect l="l" t="t" r="r" b="b"/>
              <a:pathLst>
                <a:path w="5502" h="15928" extrusionOk="0">
                  <a:moveTo>
                    <a:pt x="4590" y="1"/>
                  </a:moveTo>
                  <a:cubicBezTo>
                    <a:pt x="4590" y="1"/>
                    <a:pt x="2493" y="5593"/>
                    <a:pt x="1277" y="9514"/>
                  </a:cubicBezTo>
                  <a:cubicBezTo>
                    <a:pt x="61" y="13405"/>
                    <a:pt x="0" y="15928"/>
                    <a:pt x="0" y="15928"/>
                  </a:cubicBezTo>
                  <a:cubicBezTo>
                    <a:pt x="5502" y="13314"/>
                    <a:pt x="4590" y="1"/>
                    <a:pt x="4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81;p8">
              <a:extLst>
                <a:ext uri="{FF2B5EF4-FFF2-40B4-BE49-F238E27FC236}">
                  <a16:creationId xmlns:a16="http://schemas.microsoft.com/office/drawing/2014/main" id="{02B52716-2125-1FCD-C9C2-5F5C1DD0B1C5}"/>
                </a:ext>
              </a:extLst>
            </p:cNvPr>
            <p:cNvSpPr/>
            <p:nvPr/>
          </p:nvSpPr>
          <p:spPr>
            <a:xfrm>
              <a:off x="3220700" y="4311150"/>
              <a:ext cx="286500" cy="433150"/>
            </a:xfrm>
            <a:custGeom>
              <a:avLst/>
              <a:gdLst/>
              <a:ahLst/>
              <a:cxnLst/>
              <a:rect l="l" t="t" r="r" b="b"/>
              <a:pathLst>
                <a:path w="11460" h="17326" extrusionOk="0">
                  <a:moveTo>
                    <a:pt x="0" y="17326"/>
                  </a:moveTo>
                  <a:cubicBezTo>
                    <a:pt x="4408" y="14985"/>
                    <a:pt x="11459" y="0"/>
                    <a:pt x="11459" y="0"/>
                  </a:cubicBezTo>
                  <a:cubicBezTo>
                    <a:pt x="11459" y="0"/>
                    <a:pt x="6018" y="5563"/>
                    <a:pt x="3131" y="9879"/>
                  </a:cubicBezTo>
                  <a:cubicBezTo>
                    <a:pt x="243" y="14225"/>
                    <a:pt x="0" y="17326"/>
                    <a:pt x="0" y="173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882;p8">
              <a:extLst>
                <a:ext uri="{FF2B5EF4-FFF2-40B4-BE49-F238E27FC236}">
                  <a16:creationId xmlns:a16="http://schemas.microsoft.com/office/drawing/2014/main" id="{D6F5C4FF-EE73-60BF-63EC-6740C8B4976A}"/>
                </a:ext>
              </a:extLst>
            </p:cNvPr>
            <p:cNvSpPr/>
            <p:nvPr/>
          </p:nvSpPr>
          <p:spPr>
            <a:xfrm>
              <a:off x="3163700" y="4172850"/>
              <a:ext cx="215825" cy="463550"/>
            </a:xfrm>
            <a:custGeom>
              <a:avLst/>
              <a:gdLst/>
              <a:ahLst/>
              <a:cxnLst/>
              <a:rect l="l" t="t" r="r" b="b"/>
              <a:pathLst>
                <a:path w="8633" h="18542" extrusionOk="0">
                  <a:moveTo>
                    <a:pt x="122" y="18542"/>
                  </a:moveTo>
                  <a:cubicBezTo>
                    <a:pt x="3952" y="17326"/>
                    <a:pt x="8633" y="0"/>
                    <a:pt x="8633" y="0"/>
                  </a:cubicBezTo>
                  <a:cubicBezTo>
                    <a:pt x="8633" y="0"/>
                    <a:pt x="3435" y="8420"/>
                    <a:pt x="1733" y="12645"/>
                  </a:cubicBezTo>
                  <a:cubicBezTo>
                    <a:pt x="0" y="16839"/>
                    <a:pt x="122" y="18542"/>
                    <a:pt x="122" y="18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883;p8">
              <a:extLst>
                <a:ext uri="{FF2B5EF4-FFF2-40B4-BE49-F238E27FC236}">
                  <a16:creationId xmlns:a16="http://schemas.microsoft.com/office/drawing/2014/main" id="{E45F427F-FEF7-CF48-58A4-5C9083607AEB}"/>
                </a:ext>
              </a:extLst>
            </p:cNvPr>
            <p:cNvSpPr/>
            <p:nvPr/>
          </p:nvSpPr>
          <p:spPr>
            <a:xfrm>
              <a:off x="3286050" y="4423600"/>
              <a:ext cx="285725" cy="440775"/>
            </a:xfrm>
            <a:custGeom>
              <a:avLst/>
              <a:gdLst/>
              <a:ahLst/>
              <a:cxnLst/>
              <a:rect l="l" t="t" r="r" b="b"/>
              <a:pathLst>
                <a:path w="11429" h="17631" extrusionOk="0">
                  <a:moveTo>
                    <a:pt x="0" y="17569"/>
                  </a:moveTo>
                  <a:cubicBezTo>
                    <a:pt x="1459" y="17630"/>
                    <a:pt x="3040" y="15776"/>
                    <a:pt x="5167" y="11065"/>
                  </a:cubicBezTo>
                  <a:cubicBezTo>
                    <a:pt x="7265" y="6323"/>
                    <a:pt x="11429" y="1"/>
                    <a:pt x="11429" y="1"/>
                  </a:cubicBezTo>
                  <a:cubicBezTo>
                    <a:pt x="11429" y="1"/>
                    <a:pt x="5563" y="6171"/>
                    <a:pt x="3040" y="10761"/>
                  </a:cubicBezTo>
                  <a:cubicBezTo>
                    <a:pt x="517" y="15381"/>
                    <a:pt x="0" y="17569"/>
                    <a:pt x="0" y="175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84;p8">
              <a:extLst>
                <a:ext uri="{FF2B5EF4-FFF2-40B4-BE49-F238E27FC236}">
                  <a16:creationId xmlns:a16="http://schemas.microsoft.com/office/drawing/2014/main" id="{9588CAB6-D32F-83F0-7B94-9371A66BBA1B}"/>
                </a:ext>
              </a:extLst>
            </p:cNvPr>
            <p:cNvSpPr/>
            <p:nvPr/>
          </p:nvSpPr>
          <p:spPr>
            <a:xfrm>
              <a:off x="3479825" y="4874225"/>
              <a:ext cx="312325" cy="279650"/>
            </a:xfrm>
            <a:custGeom>
              <a:avLst/>
              <a:gdLst/>
              <a:ahLst/>
              <a:cxnLst/>
              <a:rect l="l" t="t" r="r" b="b"/>
              <a:pathLst>
                <a:path w="12493" h="11186" extrusionOk="0">
                  <a:moveTo>
                    <a:pt x="4651" y="6079"/>
                  </a:moveTo>
                  <a:cubicBezTo>
                    <a:pt x="669" y="8906"/>
                    <a:pt x="0" y="11186"/>
                    <a:pt x="0" y="11186"/>
                  </a:cubicBezTo>
                  <a:cubicBezTo>
                    <a:pt x="4681" y="10213"/>
                    <a:pt x="12493" y="0"/>
                    <a:pt x="12493" y="0"/>
                  </a:cubicBezTo>
                  <a:cubicBezTo>
                    <a:pt x="12493" y="0"/>
                    <a:pt x="8663" y="3222"/>
                    <a:pt x="4651" y="60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85;p8">
              <a:extLst>
                <a:ext uri="{FF2B5EF4-FFF2-40B4-BE49-F238E27FC236}">
                  <a16:creationId xmlns:a16="http://schemas.microsoft.com/office/drawing/2014/main" id="{C603A7D2-A496-949A-532A-740C21458587}"/>
                </a:ext>
              </a:extLst>
            </p:cNvPr>
            <p:cNvSpPr/>
            <p:nvPr/>
          </p:nvSpPr>
          <p:spPr>
            <a:xfrm>
              <a:off x="3496525" y="5004175"/>
              <a:ext cx="345025" cy="203675"/>
            </a:xfrm>
            <a:custGeom>
              <a:avLst/>
              <a:gdLst/>
              <a:ahLst/>
              <a:cxnLst/>
              <a:rect l="l" t="t" r="r" b="b"/>
              <a:pathLst>
                <a:path w="13801" h="8147" extrusionOk="0">
                  <a:moveTo>
                    <a:pt x="13800" y="0"/>
                  </a:moveTo>
                  <a:cubicBezTo>
                    <a:pt x="13800" y="0"/>
                    <a:pt x="9819" y="3678"/>
                    <a:pt x="6384" y="3951"/>
                  </a:cubicBezTo>
                  <a:cubicBezTo>
                    <a:pt x="2919" y="4255"/>
                    <a:pt x="1" y="6748"/>
                    <a:pt x="1" y="6748"/>
                  </a:cubicBezTo>
                  <a:cubicBezTo>
                    <a:pt x="7843" y="8146"/>
                    <a:pt x="13800" y="0"/>
                    <a:pt x="13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86;p8">
              <a:extLst>
                <a:ext uri="{FF2B5EF4-FFF2-40B4-BE49-F238E27FC236}">
                  <a16:creationId xmlns:a16="http://schemas.microsoft.com/office/drawing/2014/main" id="{32742947-34C1-5CD6-794B-A8D985491572}"/>
                </a:ext>
              </a:extLst>
            </p:cNvPr>
            <p:cNvSpPr/>
            <p:nvPr/>
          </p:nvSpPr>
          <p:spPr>
            <a:xfrm>
              <a:off x="3386350" y="4582425"/>
              <a:ext cx="323725" cy="457475"/>
            </a:xfrm>
            <a:custGeom>
              <a:avLst/>
              <a:gdLst/>
              <a:ahLst/>
              <a:cxnLst/>
              <a:rect l="l" t="t" r="r" b="b"/>
              <a:pathLst>
                <a:path w="12949" h="18299" extrusionOk="0">
                  <a:moveTo>
                    <a:pt x="0" y="18086"/>
                  </a:moveTo>
                  <a:cubicBezTo>
                    <a:pt x="1703" y="18299"/>
                    <a:pt x="5380" y="15137"/>
                    <a:pt x="6931" y="10700"/>
                  </a:cubicBezTo>
                  <a:cubicBezTo>
                    <a:pt x="8481" y="6232"/>
                    <a:pt x="12949" y="0"/>
                    <a:pt x="12949" y="0"/>
                  </a:cubicBezTo>
                  <a:cubicBezTo>
                    <a:pt x="12949" y="0"/>
                    <a:pt x="6809" y="6201"/>
                    <a:pt x="5016" y="10396"/>
                  </a:cubicBezTo>
                  <a:cubicBezTo>
                    <a:pt x="3253" y="14560"/>
                    <a:pt x="0" y="18086"/>
                    <a:pt x="0" y="180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87;p8">
              <a:extLst>
                <a:ext uri="{FF2B5EF4-FFF2-40B4-BE49-F238E27FC236}">
                  <a16:creationId xmlns:a16="http://schemas.microsoft.com/office/drawing/2014/main" id="{A0CCEAAB-7985-2C28-A7B6-0586843158A2}"/>
                </a:ext>
              </a:extLst>
            </p:cNvPr>
            <p:cNvSpPr/>
            <p:nvPr/>
          </p:nvSpPr>
          <p:spPr>
            <a:xfrm>
              <a:off x="3333925" y="4476800"/>
              <a:ext cx="335875" cy="484825"/>
            </a:xfrm>
            <a:custGeom>
              <a:avLst/>
              <a:gdLst/>
              <a:ahLst/>
              <a:cxnLst/>
              <a:rect l="l" t="t" r="r" b="b"/>
              <a:pathLst>
                <a:path w="13435" h="19393" extrusionOk="0">
                  <a:moveTo>
                    <a:pt x="0" y="19180"/>
                  </a:moveTo>
                  <a:cubicBezTo>
                    <a:pt x="1368" y="19393"/>
                    <a:pt x="4407" y="15320"/>
                    <a:pt x="6414" y="10639"/>
                  </a:cubicBezTo>
                  <a:cubicBezTo>
                    <a:pt x="8389" y="5988"/>
                    <a:pt x="13435" y="0"/>
                    <a:pt x="13435" y="0"/>
                  </a:cubicBezTo>
                  <a:cubicBezTo>
                    <a:pt x="10912" y="2098"/>
                    <a:pt x="8632" y="4469"/>
                    <a:pt x="6657" y="7052"/>
                  </a:cubicBezTo>
                  <a:cubicBezTo>
                    <a:pt x="3496" y="11277"/>
                    <a:pt x="0" y="19180"/>
                    <a:pt x="0" y="19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88;p8">
              <a:extLst>
                <a:ext uri="{FF2B5EF4-FFF2-40B4-BE49-F238E27FC236}">
                  <a16:creationId xmlns:a16="http://schemas.microsoft.com/office/drawing/2014/main" id="{C405AA31-E44B-746D-74D8-8E4B8B911E3D}"/>
                </a:ext>
              </a:extLst>
            </p:cNvPr>
            <p:cNvSpPr/>
            <p:nvPr/>
          </p:nvSpPr>
          <p:spPr>
            <a:xfrm>
              <a:off x="3437250" y="4744275"/>
              <a:ext cx="358700" cy="360975"/>
            </a:xfrm>
            <a:custGeom>
              <a:avLst/>
              <a:gdLst/>
              <a:ahLst/>
              <a:cxnLst/>
              <a:rect l="l" t="t" r="r" b="b"/>
              <a:pathLst>
                <a:path w="14348" h="14439" extrusionOk="0">
                  <a:moveTo>
                    <a:pt x="1" y="14439"/>
                  </a:moveTo>
                  <a:cubicBezTo>
                    <a:pt x="4044" y="13952"/>
                    <a:pt x="14348" y="1"/>
                    <a:pt x="14348" y="1"/>
                  </a:cubicBezTo>
                  <a:cubicBezTo>
                    <a:pt x="14348" y="1"/>
                    <a:pt x="11187" y="2250"/>
                    <a:pt x="6293" y="6475"/>
                  </a:cubicBezTo>
                  <a:cubicBezTo>
                    <a:pt x="1430" y="10700"/>
                    <a:pt x="1" y="14439"/>
                    <a:pt x="1" y="14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89;p8">
              <a:extLst>
                <a:ext uri="{FF2B5EF4-FFF2-40B4-BE49-F238E27FC236}">
                  <a16:creationId xmlns:a16="http://schemas.microsoft.com/office/drawing/2014/main" id="{3AF22E12-F6AD-7A68-BCAA-12A31D4A2ADC}"/>
                </a:ext>
              </a:extLst>
            </p:cNvPr>
            <p:cNvSpPr/>
            <p:nvPr/>
          </p:nvSpPr>
          <p:spPr>
            <a:xfrm>
              <a:off x="3336200" y="5146250"/>
              <a:ext cx="136050" cy="73750"/>
            </a:xfrm>
            <a:custGeom>
              <a:avLst/>
              <a:gdLst/>
              <a:ahLst/>
              <a:cxnLst/>
              <a:rect l="l" t="t" r="r" b="b"/>
              <a:pathLst>
                <a:path w="5442" h="2950" extrusionOk="0">
                  <a:moveTo>
                    <a:pt x="0" y="2949"/>
                  </a:moveTo>
                  <a:lnTo>
                    <a:pt x="3405" y="2949"/>
                  </a:lnTo>
                  <a:cubicBezTo>
                    <a:pt x="4195" y="2068"/>
                    <a:pt x="4894" y="1095"/>
                    <a:pt x="5441" y="1"/>
                  </a:cubicBezTo>
                  <a:cubicBezTo>
                    <a:pt x="4195" y="305"/>
                    <a:pt x="2189" y="1460"/>
                    <a:pt x="0" y="29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90;p8">
              <a:extLst>
                <a:ext uri="{FF2B5EF4-FFF2-40B4-BE49-F238E27FC236}">
                  <a16:creationId xmlns:a16="http://schemas.microsoft.com/office/drawing/2014/main" id="{2EDF091E-F0EB-3A7F-6640-0B22BFB71120}"/>
                </a:ext>
              </a:extLst>
            </p:cNvPr>
            <p:cNvSpPr/>
            <p:nvPr/>
          </p:nvSpPr>
          <p:spPr>
            <a:xfrm>
              <a:off x="2926600" y="4998075"/>
              <a:ext cx="449125" cy="125425"/>
            </a:xfrm>
            <a:custGeom>
              <a:avLst/>
              <a:gdLst/>
              <a:ahLst/>
              <a:cxnLst/>
              <a:rect l="l" t="t" r="r" b="b"/>
              <a:pathLst>
                <a:path w="17965" h="5017" extrusionOk="0">
                  <a:moveTo>
                    <a:pt x="17965" y="1065"/>
                  </a:moveTo>
                  <a:cubicBezTo>
                    <a:pt x="16962" y="1"/>
                    <a:pt x="14773" y="62"/>
                    <a:pt x="10913" y="1247"/>
                  </a:cubicBezTo>
                  <a:cubicBezTo>
                    <a:pt x="7053" y="2432"/>
                    <a:pt x="1" y="4864"/>
                    <a:pt x="1" y="4864"/>
                  </a:cubicBezTo>
                  <a:cubicBezTo>
                    <a:pt x="1" y="4864"/>
                    <a:pt x="2524" y="5016"/>
                    <a:pt x="6658" y="4165"/>
                  </a:cubicBezTo>
                  <a:cubicBezTo>
                    <a:pt x="10761" y="3284"/>
                    <a:pt x="17965" y="1065"/>
                    <a:pt x="17965" y="10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91;p8">
              <a:extLst>
                <a:ext uri="{FF2B5EF4-FFF2-40B4-BE49-F238E27FC236}">
                  <a16:creationId xmlns:a16="http://schemas.microsoft.com/office/drawing/2014/main" id="{AE0A6970-A136-07D7-0330-EBD7E1E8F128}"/>
                </a:ext>
              </a:extLst>
            </p:cNvPr>
            <p:cNvSpPr/>
            <p:nvPr/>
          </p:nvSpPr>
          <p:spPr>
            <a:xfrm>
              <a:off x="3048950" y="5061925"/>
              <a:ext cx="376925" cy="158075"/>
            </a:xfrm>
            <a:custGeom>
              <a:avLst/>
              <a:gdLst/>
              <a:ahLst/>
              <a:cxnLst/>
              <a:rect l="l" t="t" r="r" b="b"/>
              <a:pathLst>
                <a:path w="15077" h="6323" extrusionOk="0">
                  <a:moveTo>
                    <a:pt x="1" y="6322"/>
                  </a:moveTo>
                  <a:lnTo>
                    <a:pt x="3922" y="6322"/>
                  </a:lnTo>
                  <a:cubicBezTo>
                    <a:pt x="8876" y="4407"/>
                    <a:pt x="15077" y="1246"/>
                    <a:pt x="15077" y="1246"/>
                  </a:cubicBezTo>
                  <a:cubicBezTo>
                    <a:pt x="12007" y="0"/>
                    <a:pt x="4773" y="3617"/>
                    <a:pt x="1" y="6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92;p8">
              <a:extLst>
                <a:ext uri="{FF2B5EF4-FFF2-40B4-BE49-F238E27FC236}">
                  <a16:creationId xmlns:a16="http://schemas.microsoft.com/office/drawing/2014/main" id="{C3B5561E-73E7-7061-44C0-8B3AD41B9D1D}"/>
                </a:ext>
              </a:extLst>
            </p:cNvPr>
            <p:cNvSpPr/>
            <p:nvPr/>
          </p:nvSpPr>
          <p:spPr>
            <a:xfrm>
              <a:off x="3447150" y="5180450"/>
              <a:ext cx="49400" cy="39550"/>
            </a:xfrm>
            <a:custGeom>
              <a:avLst/>
              <a:gdLst/>
              <a:ahLst/>
              <a:cxnLst/>
              <a:rect l="l" t="t" r="r" b="b"/>
              <a:pathLst>
                <a:path w="1976" h="1582" extrusionOk="0">
                  <a:moveTo>
                    <a:pt x="0" y="1581"/>
                  </a:moveTo>
                  <a:lnTo>
                    <a:pt x="1702" y="1581"/>
                  </a:lnTo>
                  <a:cubicBezTo>
                    <a:pt x="1824" y="1065"/>
                    <a:pt x="1915" y="518"/>
                    <a:pt x="1976" y="1"/>
                  </a:cubicBezTo>
                  <a:cubicBezTo>
                    <a:pt x="1216" y="396"/>
                    <a:pt x="547" y="943"/>
                    <a:pt x="0" y="15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3;p8">
              <a:extLst>
                <a:ext uri="{FF2B5EF4-FFF2-40B4-BE49-F238E27FC236}">
                  <a16:creationId xmlns:a16="http://schemas.microsoft.com/office/drawing/2014/main" id="{B7424F66-D8CE-6B24-9100-3EDF954DEA97}"/>
                </a:ext>
              </a:extLst>
            </p:cNvPr>
            <p:cNvSpPr/>
            <p:nvPr/>
          </p:nvSpPr>
          <p:spPr>
            <a:xfrm>
              <a:off x="3542875" y="5156900"/>
              <a:ext cx="311600" cy="63100"/>
            </a:xfrm>
            <a:custGeom>
              <a:avLst/>
              <a:gdLst/>
              <a:ahLst/>
              <a:cxnLst/>
              <a:rect l="l" t="t" r="r" b="b"/>
              <a:pathLst>
                <a:path w="12464" h="2524" extrusionOk="0">
                  <a:moveTo>
                    <a:pt x="4743" y="1125"/>
                  </a:moveTo>
                  <a:cubicBezTo>
                    <a:pt x="3071" y="1186"/>
                    <a:pt x="1460" y="1672"/>
                    <a:pt x="1" y="2523"/>
                  </a:cubicBezTo>
                  <a:lnTo>
                    <a:pt x="6506" y="2523"/>
                  </a:lnTo>
                  <a:cubicBezTo>
                    <a:pt x="8573" y="1855"/>
                    <a:pt x="10548" y="1004"/>
                    <a:pt x="12463" y="1"/>
                  </a:cubicBezTo>
                  <a:cubicBezTo>
                    <a:pt x="12463" y="1"/>
                    <a:pt x="7782" y="943"/>
                    <a:pt x="4743" y="11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894;p8">
              <a:extLst>
                <a:ext uri="{FF2B5EF4-FFF2-40B4-BE49-F238E27FC236}">
                  <a16:creationId xmlns:a16="http://schemas.microsoft.com/office/drawing/2014/main" id="{3FC10485-447F-9B78-6D0E-9474CEA9420E}"/>
                </a:ext>
              </a:extLst>
            </p:cNvPr>
            <p:cNvSpPr/>
            <p:nvPr/>
          </p:nvSpPr>
          <p:spPr>
            <a:xfrm>
              <a:off x="2653050" y="4300500"/>
              <a:ext cx="450650" cy="218125"/>
            </a:xfrm>
            <a:custGeom>
              <a:avLst/>
              <a:gdLst/>
              <a:ahLst/>
              <a:cxnLst/>
              <a:rect l="l" t="t" r="r" b="b"/>
              <a:pathLst>
                <a:path w="18026" h="8725" extrusionOk="0">
                  <a:moveTo>
                    <a:pt x="7296" y="5563"/>
                  </a:moveTo>
                  <a:cubicBezTo>
                    <a:pt x="10578" y="7478"/>
                    <a:pt x="14256" y="8572"/>
                    <a:pt x="18025" y="8724"/>
                  </a:cubicBezTo>
                  <a:cubicBezTo>
                    <a:pt x="17387" y="7508"/>
                    <a:pt x="14499" y="6505"/>
                    <a:pt x="9575" y="4803"/>
                  </a:cubicBezTo>
                  <a:cubicBezTo>
                    <a:pt x="4651" y="3131"/>
                    <a:pt x="1" y="1"/>
                    <a:pt x="1" y="1"/>
                  </a:cubicBezTo>
                  <a:cubicBezTo>
                    <a:pt x="1" y="1"/>
                    <a:pt x="1794" y="2341"/>
                    <a:pt x="7296" y="55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895;p8">
              <a:extLst>
                <a:ext uri="{FF2B5EF4-FFF2-40B4-BE49-F238E27FC236}">
                  <a16:creationId xmlns:a16="http://schemas.microsoft.com/office/drawing/2014/main" id="{24DC4E2A-BA02-4C18-1FB4-EC8FE08EAA18}"/>
                </a:ext>
              </a:extLst>
            </p:cNvPr>
            <p:cNvSpPr/>
            <p:nvPr/>
          </p:nvSpPr>
          <p:spPr>
            <a:xfrm>
              <a:off x="2634050" y="4445650"/>
              <a:ext cx="520550" cy="173275"/>
            </a:xfrm>
            <a:custGeom>
              <a:avLst/>
              <a:gdLst/>
              <a:ahLst/>
              <a:cxnLst/>
              <a:rect l="l" t="t" r="r" b="b"/>
              <a:pathLst>
                <a:path w="20822" h="6931" extrusionOk="0">
                  <a:moveTo>
                    <a:pt x="20822" y="6930"/>
                  </a:moveTo>
                  <a:cubicBezTo>
                    <a:pt x="20062" y="5684"/>
                    <a:pt x="16171" y="4225"/>
                    <a:pt x="11703" y="3526"/>
                  </a:cubicBezTo>
                  <a:cubicBezTo>
                    <a:pt x="7204" y="2827"/>
                    <a:pt x="1" y="0"/>
                    <a:pt x="1" y="0"/>
                  </a:cubicBezTo>
                  <a:cubicBezTo>
                    <a:pt x="2827" y="1824"/>
                    <a:pt x="5776" y="3435"/>
                    <a:pt x="8846" y="4772"/>
                  </a:cubicBezTo>
                  <a:cubicBezTo>
                    <a:pt x="13709" y="6839"/>
                    <a:pt x="20822" y="6930"/>
                    <a:pt x="20822" y="69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896;p8">
              <a:extLst>
                <a:ext uri="{FF2B5EF4-FFF2-40B4-BE49-F238E27FC236}">
                  <a16:creationId xmlns:a16="http://schemas.microsoft.com/office/drawing/2014/main" id="{55DB9302-E642-6AC8-596B-4B3ABFAF72BF}"/>
                </a:ext>
              </a:extLst>
            </p:cNvPr>
            <p:cNvSpPr/>
            <p:nvPr/>
          </p:nvSpPr>
          <p:spPr>
            <a:xfrm>
              <a:off x="2694075" y="4609775"/>
              <a:ext cx="522075" cy="122375"/>
            </a:xfrm>
            <a:custGeom>
              <a:avLst/>
              <a:gdLst/>
              <a:ahLst/>
              <a:cxnLst/>
              <a:rect l="l" t="t" r="r" b="b"/>
              <a:pathLst>
                <a:path w="20883" h="4895" extrusionOk="0">
                  <a:moveTo>
                    <a:pt x="20883" y="4894"/>
                  </a:moveTo>
                  <a:cubicBezTo>
                    <a:pt x="18998" y="2706"/>
                    <a:pt x="15655" y="1764"/>
                    <a:pt x="11582" y="1551"/>
                  </a:cubicBezTo>
                  <a:cubicBezTo>
                    <a:pt x="7478" y="1369"/>
                    <a:pt x="1" y="1"/>
                    <a:pt x="1" y="1"/>
                  </a:cubicBezTo>
                  <a:cubicBezTo>
                    <a:pt x="2919" y="1460"/>
                    <a:pt x="6019" y="2584"/>
                    <a:pt x="9211" y="3344"/>
                  </a:cubicBezTo>
                  <a:cubicBezTo>
                    <a:pt x="13041" y="4195"/>
                    <a:pt x="16962" y="4712"/>
                    <a:pt x="20883" y="48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897;p8">
              <a:extLst>
                <a:ext uri="{FF2B5EF4-FFF2-40B4-BE49-F238E27FC236}">
                  <a16:creationId xmlns:a16="http://schemas.microsoft.com/office/drawing/2014/main" id="{E6CEB2C1-4E2F-3579-1272-23019BF769E9}"/>
                </a:ext>
              </a:extLst>
            </p:cNvPr>
            <p:cNvSpPr/>
            <p:nvPr/>
          </p:nvSpPr>
          <p:spPr>
            <a:xfrm>
              <a:off x="2727525" y="4765550"/>
              <a:ext cx="554750" cy="122375"/>
            </a:xfrm>
            <a:custGeom>
              <a:avLst/>
              <a:gdLst/>
              <a:ahLst/>
              <a:cxnLst/>
              <a:rect l="l" t="t" r="r" b="b"/>
              <a:pathLst>
                <a:path w="22190" h="4895" extrusionOk="0">
                  <a:moveTo>
                    <a:pt x="22189" y="3648"/>
                  </a:moveTo>
                  <a:cubicBezTo>
                    <a:pt x="20700" y="1308"/>
                    <a:pt x="15259" y="2159"/>
                    <a:pt x="11064" y="2584"/>
                  </a:cubicBezTo>
                  <a:cubicBezTo>
                    <a:pt x="6900" y="2980"/>
                    <a:pt x="0" y="1"/>
                    <a:pt x="0" y="1"/>
                  </a:cubicBezTo>
                  <a:cubicBezTo>
                    <a:pt x="0" y="1"/>
                    <a:pt x="4256" y="3223"/>
                    <a:pt x="9514" y="4074"/>
                  </a:cubicBezTo>
                  <a:cubicBezTo>
                    <a:pt x="14803" y="4894"/>
                    <a:pt x="22189" y="3648"/>
                    <a:pt x="22189" y="3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898;p8">
              <a:extLst>
                <a:ext uri="{FF2B5EF4-FFF2-40B4-BE49-F238E27FC236}">
                  <a16:creationId xmlns:a16="http://schemas.microsoft.com/office/drawing/2014/main" id="{D966F7D0-CC8E-AB20-6F80-6C447BECA1D2}"/>
                </a:ext>
              </a:extLst>
            </p:cNvPr>
            <p:cNvSpPr/>
            <p:nvPr/>
          </p:nvSpPr>
          <p:spPr>
            <a:xfrm>
              <a:off x="2794400" y="4888650"/>
              <a:ext cx="533450" cy="95025"/>
            </a:xfrm>
            <a:custGeom>
              <a:avLst/>
              <a:gdLst/>
              <a:ahLst/>
              <a:cxnLst/>
              <a:rect l="l" t="t" r="r" b="b"/>
              <a:pathLst>
                <a:path w="21338" h="3801" extrusionOk="0">
                  <a:moveTo>
                    <a:pt x="21338" y="2250"/>
                  </a:moveTo>
                  <a:cubicBezTo>
                    <a:pt x="20244" y="1338"/>
                    <a:pt x="18845" y="852"/>
                    <a:pt x="17386" y="852"/>
                  </a:cubicBezTo>
                  <a:cubicBezTo>
                    <a:pt x="14864" y="822"/>
                    <a:pt x="12554" y="1369"/>
                    <a:pt x="8055" y="518"/>
                  </a:cubicBezTo>
                  <a:cubicBezTo>
                    <a:pt x="5380" y="1"/>
                    <a:pt x="2614" y="122"/>
                    <a:pt x="0" y="913"/>
                  </a:cubicBezTo>
                  <a:cubicBezTo>
                    <a:pt x="1094" y="943"/>
                    <a:pt x="2189" y="1034"/>
                    <a:pt x="3252" y="1217"/>
                  </a:cubicBezTo>
                  <a:cubicBezTo>
                    <a:pt x="5076" y="1490"/>
                    <a:pt x="6687" y="2341"/>
                    <a:pt x="11915" y="3253"/>
                  </a:cubicBezTo>
                  <a:cubicBezTo>
                    <a:pt x="15107" y="3800"/>
                    <a:pt x="18359" y="3436"/>
                    <a:pt x="21338" y="22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2730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9BE9D-AAB7-160F-B4C4-ABD1998D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35263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FB83C3-E4D1-2735-EAE1-07E4EC365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57269"/>
            <a:ext cx="10515600" cy="29323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grpSp>
        <p:nvGrpSpPr>
          <p:cNvPr id="7" name="Google Shape;656;p8">
            <a:extLst>
              <a:ext uri="{FF2B5EF4-FFF2-40B4-BE49-F238E27FC236}">
                <a16:creationId xmlns:a16="http://schemas.microsoft.com/office/drawing/2014/main" id="{052C7160-5E05-A1D9-2850-C1406D82A154}"/>
              </a:ext>
            </a:extLst>
          </p:cNvPr>
          <p:cNvGrpSpPr/>
          <p:nvPr userDrawn="1"/>
        </p:nvGrpSpPr>
        <p:grpSpPr>
          <a:xfrm rot="3605424">
            <a:off x="-1060955" y="5098127"/>
            <a:ext cx="1730025" cy="3776002"/>
            <a:chOff x="7386050" y="661025"/>
            <a:chExt cx="1576975" cy="3441950"/>
          </a:xfrm>
        </p:grpSpPr>
        <p:sp>
          <p:nvSpPr>
            <p:cNvPr id="8" name="Google Shape;657;p8">
              <a:extLst>
                <a:ext uri="{FF2B5EF4-FFF2-40B4-BE49-F238E27FC236}">
                  <a16:creationId xmlns:a16="http://schemas.microsoft.com/office/drawing/2014/main" id="{30436FBF-B7AF-ED05-67CC-E64D7B837DD9}"/>
                </a:ext>
              </a:extLst>
            </p:cNvPr>
            <p:cNvSpPr/>
            <p:nvPr/>
          </p:nvSpPr>
          <p:spPr>
            <a:xfrm>
              <a:off x="7386050" y="661025"/>
              <a:ext cx="1576975" cy="2190650"/>
            </a:xfrm>
            <a:custGeom>
              <a:avLst/>
              <a:gdLst/>
              <a:ahLst/>
              <a:cxnLst/>
              <a:rect l="l" t="t" r="r" b="b"/>
              <a:pathLst>
                <a:path w="63079" h="87626" extrusionOk="0">
                  <a:moveTo>
                    <a:pt x="21923" y="1"/>
                  </a:moveTo>
                  <a:cubicBezTo>
                    <a:pt x="21397" y="1"/>
                    <a:pt x="20850" y="26"/>
                    <a:pt x="20281" y="79"/>
                  </a:cubicBezTo>
                  <a:cubicBezTo>
                    <a:pt x="20281" y="79"/>
                    <a:pt x="16012" y="79"/>
                    <a:pt x="12109" y="4949"/>
                  </a:cubicBezTo>
                  <a:cubicBezTo>
                    <a:pt x="8239" y="9786"/>
                    <a:pt x="8506" y="7951"/>
                    <a:pt x="5404" y="16024"/>
                  </a:cubicBezTo>
                  <a:cubicBezTo>
                    <a:pt x="2302" y="24063"/>
                    <a:pt x="1435" y="28399"/>
                    <a:pt x="1134" y="33069"/>
                  </a:cubicBezTo>
                  <a:cubicBezTo>
                    <a:pt x="801" y="37739"/>
                    <a:pt x="0" y="39407"/>
                    <a:pt x="1735" y="47613"/>
                  </a:cubicBezTo>
                  <a:cubicBezTo>
                    <a:pt x="3436" y="55852"/>
                    <a:pt x="3303" y="55652"/>
                    <a:pt x="5437" y="59955"/>
                  </a:cubicBezTo>
                  <a:cubicBezTo>
                    <a:pt x="7572" y="64225"/>
                    <a:pt x="6672" y="69428"/>
                    <a:pt x="8106" y="73231"/>
                  </a:cubicBezTo>
                  <a:cubicBezTo>
                    <a:pt x="9574" y="77034"/>
                    <a:pt x="12176" y="76333"/>
                    <a:pt x="12609" y="80370"/>
                  </a:cubicBezTo>
                  <a:cubicBezTo>
                    <a:pt x="13043" y="84372"/>
                    <a:pt x="15845" y="84973"/>
                    <a:pt x="19681" y="85240"/>
                  </a:cubicBezTo>
                  <a:cubicBezTo>
                    <a:pt x="22857" y="85461"/>
                    <a:pt x="24707" y="87625"/>
                    <a:pt x="27407" y="87625"/>
                  </a:cubicBezTo>
                  <a:cubicBezTo>
                    <a:pt x="27969" y="87625"/>
                    <a:pt x="28567" y="87532"/>
                    <a:pt x="29221" y="87308"/>
                  </a:cubicBezTo>
                  <a:cubicBezTo>
                    <a:pt x="32990" y="86007"/>
                    <a:pt x="34958" y="73798"/>
                    <a:pt x="34958" y="73798"/>
                  </a:cubicBezTo>
                  <a:lnTo>
                    <a:pt x="34258" y="69428"/>
                  </a:lnTo>
                  <a:lnTo>
                    <a:pt x="34258" y="69428"/>
                  </a:lnTo>
                  <a:cubicBezTo>
                    <a:pt x="34258" y="69429"/>
                    <a:pt x="35526" y="73798"/>
                    <a:pt x="38795" y="75866"/>
                  </a:cubicBezTo>
                  <a:cubicBezTo>
                    <a:pt x="42097" y="77934"/>
                    <a:pt x="44765" y="84806"/>
                    <a:pt x="49836" y="85140"/>
                  </a:cubicBezTo>
                  <a:cubicBezTo>
                    <a:pt x="49972" y="85149"/>
                    <a:pt x="50103" y="85153"/>
                    <a:pt x="50229" y="85153"/>
                  </a:cubicBezTo>
                  <a:cubicBezTo>
                    <a:pt x="54866" y="85153"/>
                    <a:pt x="53588" y="79340"/>
                    <a:pt x="56641" y="77067"/>
                  </a:cubicBezTo>
                  <a:cubicBezTo>
                    <a:pt x="59810" y="74699"/>
                    <a:pt x="63079" y="66093"/>
                    <a:pt x="60510" y="59822"/>
                  </a:cubicBezTo>
                  <a:cubicBezTo>
                    <a:pt x="57942" y="53517"/>
                    <a:pt x="60543" y="48680"/>
                    <a:pt x="55607" y="43743"/>
                  </a:cubicBezTo>
                  <a:cubicBezTo>
                    <a:pt x="50670" y="38806"/>
                    <a:pt x="55473" y="33169"/>
                    <a:pt x="48768" y="26865"/>
                  </a:cubicBezTo>
                  <a:cubicBezTo>
                    <a:pt x="45032" y="23362"/>
                    <a:pt x="45266" y="19826"/>
                    <a:pt x="40095" y="16190"/>
                  </a:cubicBezTo>
                  <a:cubicBezTo>
                    <a:pt x="35146" y="12742"/>
                    <a:pt x="33712" y="1"/>
                    <a:pt x="21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58;p8">
              <a:extLst>
                <a:ext uri="{FF2B5EF4-FFF2-40B4-BE49-F238E27FC236}">
                  <a16:creationId xmlns:a16="http://schemas.microsoft.com/office/drawing/2014/main" id="{B6C989E7-8D04-3547-3B51-3F875ABDC771}"/>
                </a:ext>
              </a:extLst>
            </p:cNvPr>
            <p:cNvSpPr/>
            <p:nvPr/>
          </p:nvSpPr>
          <p:spPr>
            <a:xfrm>
              <a:off x="7775225" y="2297475"/>
              <a:ext cx="1023959" cy="429780"/>
            </a:xfrm>
            <a:custGeom>
              <a:avLst/>
              <a:gdLst/>
              <a:ahLst/>
              <a:cxnLst/>
              <a:rect l="l" t="t" r="r" b="b"/>
              <a:pathLst>
                <a:path w="45333" h="19849" fill="none" extrusionOk="0">
                  <a:moveTo>
                    <a:pt x="1" y="19848"/>
                  </a:moveTo>
                  <a:cubicBezTo>
                    <a:pt x="1" y="19848"/>
                    <a:pt x="7306" y="16946"/>
                    <a:pt x="11309" y="11142"/>
                  </a:cubicBezTo>
                  <a:cubicBezTo>
                    <a:pt x="15345" y="5371"/>
                    <a:pt x="19615" y="1"/>
                    <a:pt x="19615" y="1"/>
                  </a:cubicBezTo>
                  <a:cubicBezTo>
                    <a:pt x="19615" y="1"/>
                    <a:pt x="25619" y="6005"/>
                    <a:pt x="34792" y="8040"/>
                  </a:cubicBezTo>
                  <a:cubicBezTo>
                    <a:pt x="43965" y="10075"/>
                    <a:pt x="45333" y="11776"/>
                    <a:pt x="45333" y="11776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59;p8">
              <a:extLst>
                <a:ext uri="{FF2B5EF4-FFF2-40B4-BE49-F238E27FC236}">
                  <a16:creationId xmlns:a16="http://schemas.microsoft.com/office/drawing/2014/main" id="{2CA9323B-83FC-6CB0-E112-8C944A5E5A86}"/>
                </a:ext>
              </a:extLst>
            </p:cNvPr>
            <p:cNvSpPr/>
            <p:nvPr/>
          </p:nvSpPr>
          <p:spPr>
            <a:xfrm>
              <a:off x="7648645" y="2179075"/>
              <a:ext cx="1232668" cy="335250"/>
            </a:xfrm>
            <a:custGeom>
              <a:avLst/>
              <a:gdLst/>
              <a:ahLst/>
              <a:cxnLst/>
              <a:rect l="l" t="t" r="r" b="b"/>
              <a:pathLst>
                <a:path w="54573" h="13410" fill="none" extrusionOk="0">
                  <a:moveTo>
                    <a:pt x="1" y="13410"/>
                  </a:moveTo>
                  <a:cubicBezTo>
                    <a:pt x="1" y="13410"/>
                    <a:pt x="3837" y="10308"/>
                    <a:pt x="12109" y="8506"/>
                  </a:cubicBezTo>
                  <a:cubicBezTo>
                    <a:pt x="20382" y="6672"/>
                    <a:pt x="23851" y="0"/>
                    <a:pt x="23851" y="0"/>
                  </a:cubicBezTo>
                  <a:cubicBezTo>
                    <a:pt x="23851" y="0"/>
                    <a:pt x="26520" y="2569"/>
                    <a:pt x="34959" y="3703"/>
                  </a:cubicBezTo>
                  <a:cubicBezTo>
                    <a:pt x="43365" y="4804"/>
                    <a:pt x="54573" y="6572"/>
                    <a:pt x="54573" y="6572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60;p8">
              <a:extLst>
                <a:ext uri="{FF2B5EF4-FFF2-40B4-BE49-F238E27FC236}">
                  <a16:creationId xmlns:a16="http://schemas.microsoft.com/office/drawing/2014/main" id="{DE8EFE6D-98FD-2A34-1349-7A2D9DF5E50E}"/>
                </a:ext>
              </a:extLst>
            </p:cNvPr>
            <p:cNvSpPr/>
            <p:nvPr/>
          </p:nvSpPr>
          <p:spPr>
            <a:xfrm>
              <a:off x="7568031" y="2029800"/>
              <a:ext cx="1271089" cy="251875"/>
            </a:xfrm>
            <a:custGeom>
              <a:avLst/>
              <a:gdLst/>
              <a:ahLst/>
              <a:cxnLst/>
              <a:rect l="l" t="t" r="r" b="b"/>
              <a:pathLst>
                <a:path w="56274" h="10075" fill="none" extrusionOk="0">
                  <a:moveTo>
                    <a:pt x="56274" y="1335"/>
                  </a:moveTo>
                  <a:cubicBezTo>
                    <a:pt x="56274" y="1335"/>
                    <a:pt x="46400" y="0"/>
                    <a:pt x="40096" y="1268"/>
                  </a:cubicBezTo>
                  <a:cubicBezTo>
                    <a:pt x="33791" y="2569"/>
                    <a:pt x="26719" y="3203"/>
                    <a:pt x="26719" y="3203"/>
                  </a:cubicBezTo>
                  <a:cubicBezTo>
                    <a:pt x="26719" y="3203"/>
                    <a:pt x="23384" y="5938"/>
                    <a:pt x="17480" y="6338"/>
                  </a:cubicBezTo>
                  <a:cubicBezTo>
                    <a:pt x="11542" y="6738"/>
                    <a:pt x="0" y="10074"/>
                    <a:pt x="0" y="100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1;p8">
              <a:extLst>
                <a:ext uri="{FF2B5EF4-FFF2-40B4-BE49-F238E27FC236}">
                  <a16:creationId xmlns:a16="http://schemas.microsoft.com/office/drawing/2014/main" id="{0691D5C8-1BC6-43F3-174D-D838252062BA}"/>
                </a:ext>
              </a:extLst>
            </p:cNvPr>
            <p:cNvSpPr/>
            <p:nvPr/>
          </p:nvSpPr>
          <p:spPr>
            <a:xfrm>
              <a:off x="7463294" y="1775450"/>
              <a:ext cx="1334402" cy="276050"/>
            </a:xfrm>
            <a:custGeom>
              <a:avLst/>
              <a:gdLst/>
              <a:ahLst/>
              <a:cxnLst/>
              <a:rect l="l" t="t" r="r" b="b"/>
              <a:pathLst>
                <a:path w="59077" h="11042" fill="none" extrusionOk="0">
                  <a:moveTo>
                    <a:pt x="1" y="10141"/>
                  </a:moveTo>
                  <a:cubicBezTo>
                    <a:pt x="1" y="10141"/>
                    <a:pt x="6072" y="5037"/>
                    <a:pt x="19148" y="8039"/>
                  </a:cubicBezTo>
                  <a:cubicBezTo>
                    <a:pt x="32224" y="11042"/>
                    <a:pt x="36327" y="8373"/>
                    <a:pt x="43765" y="4170"/>
                  </a:cubicBezTo>
                  <a:cubicBezTo>
                    <a:pt x="51171" y="0"/>
                    <a:pt x="59076" y="100"/>
                    <a:pt x="59076" y="10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62;p8">
              <a:extLst>
                <a:ext uri="{FF2B5EF4-FFF2-40B4-BE49-F238E27FC236}">
                  <a16:creationId xmlns:a16="http://schemas.microsoft.com/office/drawing/2014/main" id="{9578309F-1880-DE61-2FEF-DD506EC0D1F8}"/>
                </a:ext>
              </a:extLst>
            </p:cNvPr>
            <p:cNvSpPr/>
            <p:nvPr/>
          </p:nvSpPr>
          <p:spPr>
            <a:xfrm>
              <a:off x="7414325" y="1511925"/>
              <a:ext cx="1275991" cy="311075"/>
            </a:xfrm>
            <a:custGeom>
              <a:avLst/>
              <a:gdLst/>
              <a:ahLst/>
              <a:cxnLst/>
              <a:rect l="l" t="t" r="r" b="b"/>
              <a:pathLst>
                <a:path w="56875" h="12443" fill="none" extrusionOk="0">
                  <a:moveTo>
                    <a:pt x="56874" y="267"/>
                  </a:moveTo>
                  <a:cubicBezTo>
                    <a:pt x="56874" y="267"/>
                    <a:pt x="49769" y="0"/>
                    <a:pt x="42264" y="5704"/>
                  </a:cubicBezTo>
                  <a:cubicBezTo>
                    <a:pt x="34758" y="11409"/>
                    <a:pt x="33324" y="12443"/>
                    <a:pt x="23684" y="11008"/>
                  </a:cubicBezTo>
                  <a:cubicBezTo>
                    <a:pt x="14043" y="9574"/>
                    <a:pt x="0" y="9774"/>
                    <a:pt x="0" y="9774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63;p8">
              <a:extLst>
                <a:ext uri="{FF2B5EF4-FFF2-40B4-BE49-F238E27FC236}">
                  <a16:creationId xmlns:a16="http://schemas.microsoft.com/office/drawing/2014/main" id="{90C24A46-01A2-1369-4154-3CA70E938BDF}"/>
                </a:ext>
              </a:extLst>
            </p:cNvPr>
            <p:cNvSpPr/>
            <p:nvPr/>
          </p:nvSpPr>
          <p:spPr>
            <a:xfrm>
              <a:off x="7414325" y="1289275"/>
              <a:ext cx="1138674" cy="387800"/>
            </a:xfrm>
            <a:custGeom>
              <a:avLst/>
              <a:gdLst/>
              <a:ahLst/>
              <a:cxnLst/>
              <a:rect l="l" t="t" r="r" b="b"/>
              <a:pathLst>
                <a:path w="51805" h="15512" fill="none" extrusionOk="0">
                  <a:moveTo>
                    <a:pt x="1" y="9807"/>
                  </a:moveTo>
                  <a:cubicBezTo>
                    <a:pt x="1" y="9807"/>
                    <a:pt x="5037" y="3836"/>
                    <a:pt x="17079" y="9674"/>
                  </a:cubicBezTo>
                  <a:cubicBezTo>
                    <a:pt x="29155" y="15511"/>
                    <a:pt x="31656" y="13576"/>
                    <a:pt x="37127" y="7906"/>
                  </a:cubicBezTo>
                  <a:cubicBezTo>
                    <a:pt x="42598" y="2202"/>
                    <a:pt x="51804" y="0"/>
                    <a:pt x="5180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64;p8">
              <a:extLst>
                <a:ext uri="{FF2B5EF4-FFF2-40B4-BE49-F238E27FC236}">
                  <a16:creationId xmlns:a16="http://schemas.microsoft.com/office/drawing/2014/main" id="{156309C8-77D3-6641-B34F-ECA9B2AEF0BC}"/>
                </a:ext>
              </a:extLst>
            </p:cNvPr>
            <p:cNvSpPr/>
            <p:nvPr/>
          </p:nvSpPr>
          <p:spPr>
            <a:xfrm>
              <a:off x="7482900" y="1071600"/>
              <a:ext cx="934864" cy="405325"/>
            </a:xfrm>
            <a:custGeom>
              <a:avLst/>
              <a:gdLst/>
              <a:ahLst/>
              <a:cxnLst/>
              <a:rect l="l" t="t" r="r" b="b"/>
              <a:pathLst>
                <a:path w="43131" h="16213" fill="none" extrusionOk="0">
                  <a:moveTo>
                    <a:pt x="43131" y="1"/>
                  </a:moveTo>
                  <a:cubicBezTo>
                    <a:pt x="43131" y="1"/>
                    <a:pt x="37060" y="1035"/>
                    <a:pt x="32356" y="8640"/>
                  </a:cubicBezTo>
                  <a:cubicBezTo>
                    <a:pt x="27653" y="16212"/>
                    <a:pt x="14444" y="10942"/>
                    <a:pt x="0" y="5205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65;p8">
              <a:extLst>
                <a:ext uri="{FF2B5EF4-FFF2-40B4-BE49-F238E27FC236}">
                  <a16:creationId xmlns:a16="http://schemas.microsoft.com/office/drawing/2014/main" id="{16FF2ACF-AB2A-1A21-755D-C9B75A1061B5}"/>
                </a:ext>
              </a:extLst>
            </p:cNvPr>
            <p:cNvSpPr/>
            <p:nvPr/>
          </p:nvSpPr>
          <p:spPr>
            <a:xfrm>
              <a:off x="7569150" y="929850"/>
              <a:ext cx="721381" cy="302725"/>
            </a:xfrm>
            <a:custGeom>
              <a:avLst/>
              <a:gdLst/>
              <a:ahLst/>
              <a:cxnLst/>
              <a:rect l="l" t="t" r="r" b="b"/>
              <a:pathLst>
                <a:path w="33324" h="12109" fill="none" extrusionOk="0">
                  <a:moveTo>
                    <a:pt x="0" y="934"/>
                  </a:moveTo>
                  <a:cubicBezTo>
                    <a:pt x="0" y="934"/>
                    <a:pt x="14244" y="6004"/>
                    <a:pt x="19447" y="12109"/>
                  </a:cubicBezTo>
                  <a:cubicBezTo>
                    <a:pt x="23584" y="5170"/>
                    <a:pt x="33324" y="0"/>
                    <a:pt x="33324" y="0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66;p8">
              <a:extLst>
                <a:ext uri="{FF2B5EF4-FFF2-40B4-BE49-F238E27FC236}">
                  <a16:creationId xmlns:a16="http://schemas.microsoft.com/office/drawing/2014/main" id="{9999C073-20AB-00C8-FC57-1D52CB3A6D34}"/>
                </a:ext>
              </a:extLst>
            </p:cNvPr>
            <p:cNvSpPr/>
            <p:nvPr/>
          </p:nvSpPr>
          <p:spPr>
            <a:xfrm>
              <a:off x="7666134" y="824993"/>
              <a:ext cx="548726" cy="200989"/>
            </a:xfrm>
            <a:custGeom>
              <a:avLst/>
              <a:gdLst/>
              <a:ahLst/>
              <a:cxnLst/>
              <a:rect l="l" t="t" r="r" b="b"/>
              <a:pathLst>
                <a:path w="25319" h="9074" fill="none" extrusionOk="0">
                  <a:moveTo>
                    <a:pt x="1" y="0"/>
                  </a:moveTo>
                  <a:cubicBezTo>
                    <a:pt x="1" y="0"/>
                    <a:pt x="8006" y="3436"/>
                    <a:pt x="13343" y="9074"/>
                  </a:cubicBezTo>
                  <a:cubicBezTo>
                    <a:pt x="17947" y="834"/>
                    <a:pt x="25319" y="501"/>
                    <a:pt x="25319" y="501"/>
                  </a:cubicBezTo>
                </a:path>
              </a:pathLst>
            </a:custGeom>
            <a:noFill/>
            <a:ln w="100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67;p8">
              <a:extLst>
                <a:ext uri="{FF2B5EF4-FFF2-40B4-BE49-F238E27FC236}">
                  <a16:creationId xmlns:a16="http://schemas.microsoft.com/office/drawing/2014/main" id="{81E6AB26-8875-A156-6685-29252585BD81}"/>
                </a:ext>
              </a:extLst>
            </p:cNvPr>
            <p:cNvSpPr/>
            <p:nvPr/>
          </p:nvSpPr>
          <p:spPr>
            <a:xfrm>
              <a:off x="7929775" y="899825"/>
              <a:ext cx="572100" cy="3203150"/>
            </a:xfrm>
            <a:custGeom>
              <a:avLst/>
              <a:gdLst/>
              <a:ahLst/>
              <a:cxnLst/>
              <a:rect l="l" t="t" r="r" b="b"/>
              <a:pathLst>
                <a:path w="22884" h="128126" extrusionOk="0">
                  <a:moveTo>
                    <a:pt x="0" y="0"/>
                  </a:moveTo>
                  <a:cubicBezTo>
                    <a:pt x="1" y="3"/>
                    <a:pt x="6872" y="38896"/>
                    <a:pt x="11575" y="63646"/>
                  </a:cubicBezTo>
                  <a:cubicBezTo>
                    <a:pt x="16278" y="88430"/>
                    <a:pt x="17346" y="127858"/>
                    <a:pt x="17346" y="127858"/>
                  </a:cubicBezTo>
                  <a:lnTo>
                    <a:pt x="22883" y="128125"/>
                  </a:lnTo>
                  <a:cubicBezTo>
                    <a:pt x="22883" y="128125"/>
                    <a:pt x="22016" y="98504"/>
                    <a:pt x="14010" y="60844"/>
                  </a:cubicBezTo>
                  <a:cubicBezTo>
                    <a:pt x="6005" y="23185"/>
                    <a:pt x="1" y="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5988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9F5F9-6582-924B-4248-A930F8E2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540"/>
            <a:ext cx="10515600" cy="922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697F0-50FD-179E-EE87-4091C9AC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865"/>
            <a:ext cx="10515600" cy="3813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4234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36650-C29F-0E85-C72B-A58D10F9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D1ADDC-955E-E20C-61A9-A9D887696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1A1754-5984-9DEC-B47A-0E1DB7241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grpSp>
        <p:nvGrpSpPr>
          <p:cNvPr id="23" name="Google Shape;827;p8">
            <a:extLst>
              <a:ext uri="{FF2B5EF4-FFF2-40B4-BE49-F238E27FC236}">
                <a16:creationId xmlns:a16="http://schemas.microsoft.com/office/drawing/2014/main" id="{F728CB90-1871-ABE7-F43D-2EDF25D10C76}"/>
              </a:ext>
            </a:extLst>
          </p:cNvPr>
          <p:cNvGrpSpPr/>
          <p:nvPr userDrawn="1"/>
        </p:nvGrpSpPr>
        <p:grpSpPr>
          <a:xfrm rot="5400000" flipH="1">
            <a:off x="-5592" y="5606771"/>
            <a:ext cx="1088113" cy="1414344"/>
            <a:chOff x="238125" y="1386325"/>
            <a:chExt cx="671750" cy="873150"/>
          </a:xfrm>
        </p:grpSpPr>
        <p:sp>
          <p:nvSpPr>
            <p:cNvPr id="24" name="Google Shape;828;p8">
              <a:extLst>
                <a:ext uri="{FF2B5EF4-FFF2-40B4-BE49-F238E27FC236}">
                  <a16:creationId xmlns:a16="http://schemas.microsoft.com/office/drawing/2014/main" id="{47422762-3E36-F498-7E6A-2439B20CB6A6}"/>
                </a:ext>
              </a:extLst>
            </p:cNvPr>
            <p:cNvSpPr/>
            <p:nvPr/>
          </p:nvSpPr>
          <p:spPr>
            <a:xfrm>
              <a:off x="238125" y="1386325"/>
              <a:ext cx="671750" cy="873150"/>
            </a:xfrm>
            <a:custGeom>
              <a:avLst/>
              <a:gdLst/>
              <a:ahLst/>
              <a:cxnLst/>
              <a:rect l="l" t="t" r="r" b="b"/>
              <a:pathLst>
                <a:path w="26870" h="34926" extrusionOk="0">
                  <a:moveTo>
                    <a:pt x="16140" y="16414"/>
                  </a:moveTo>
                  <a:cubicBezTo>
                    <a:pt x="11976" y="15958"/>
                    <a:pt x="12310" y="13922"/>
                    <a:pt x="15107" y="13618"/>
                  </a:cubicBezTo>
                  <a:cubicBezTo>
                    <a:pt x="17933" y="13314"/>
                    <a:pt x="20760" y="15502"/>
                    <a:pt x="23800" y="13861"/>
                  </a:cubicBezTo>
                  <a:cubicBezTo>
                    <a:pt x="26870" y="12220"/>
                    <a:pt x="24864" y="7356"/>
                    <a:pt x="23982" y="5077"/>
                  </a:cubicBezTo>
                  <a:cubicBezTo>
                    <a:pt x="23496" y="3648"/>
                    <a:pt x="23587" y="2068"/>
                    <a:pt x="24225" y="700"/>
                  </a:cubicBezTo>
                  <a:cubicBezTo>
                    <a:pt x="24225" y="700"/>
                    <a:pt x="23162" y="1490"/>
                    <a:pt x="21277" y="1156"/>
                  </a:cubicBezTo>
                  <a:cubicBezTo>
                    <a:pt x="19423" y="821"/>
                    <a:pt x="17295" y="153"/>
                    <a:pt x="15775" y="1916"/>
                  </a:cubicBezTo>
                  <a:cubicBezTo>
                    <a:pt x="14286" y="3648"/>
                    <a:pt x="14742" y="5289"/>
                    <a:pt x="14408" y="7782"/>
                  </a:cubicBezTo>
                  <a:cubicBezTo>
                    <a:pt x="14104" y="10244"/>
                    <a:pt x="11915" y="8755"/>
                    <a:pt x="12037" y="6110"/>
                  </a:cubicBezTo>
                  <a:cubicBezTo>
                    <a:pt x="12158" y="3466"/>
                    <a:pt x="14924" y="700"/>
                    <a:pt x="14924" y="700"/>
                  </a:cubicBezTo>
                  <a:cubicBezTo>
                    <a:pt x="14012" y="426"/>
                    <a:pt x="13070" y="213"/>
                    <a:pt x="12128" y="92"/>
                  </a:cubicBezTo>
                  <a:cubicBezTo>
                    <a:pt x="11155" y="1"/>
                    <a:pt x="10183" y="31"/>
                    <a:pt x="9240" y="244"/>
                  </a:cubicBezTo>
                  <a:cubicBezTo>
                    <a:pt x="8116" y="1004"/>
                    <a:pt x="7204" y="2007"/>
                    <a:pt x="6596" y="3223"/>
                  </a:cubicBezTo>
                  <a:cubicBezTo>
                    <a:pt x="5654" y="5138"/>
                    <a:pt x="6809" y="7600"/>
                    <a:pt x="7447" y="11429"/>
                  </a:cubicBezTo>
                  <a:cubicBezTo>
                    <a:pt x="8085" y="15229"/>
                    <a:pt x="5046" y="13375"/>
                    <a:pt x="4468" y="9302"/>
                  </a:cubicBezTo>
                  <a:cubicBezTo>
                    <a:pt x="3921" y="5229"/>
                    <a:pt x="6474" y="1065"/>
                    <a:pt x="6474" y="1065"/>
                  </a:cubicBezTo>
                  <a:cubicBezTo>
                    <a:pt x="6474" y="1065"/>
                    <a:pt x="3313" y="2128"/>
                    <a:pt x="1337" y="3618"/>
                  </a:cubicBezTo>
                  <a:cubicBezTo>
                    <a:pt x="729" y="4043"/>
                    <a:pt x="274" y="4651"/>
                    <a:pt x="0" y="5350"/>
                  </a:cubicBezTo>
                  <a:lnTo>
                    <a:pt x="0" y="10609"/>
                  </a:lnTo>
                  <a:cubicBezTo>
                    <a:pt x="395" y="12311"/>
                    <a:pt x="973" y="13952"/>
                    <a:pt x="1672" y="15533"/>
                  </a:cubicBezTo>
                  <a:cubicBezTo>
                    <a:pt x="2523" y="17569"/>
                    <a:pt x="1094" y="16749"/>
                    <a:pt x="0" y="14834"/>
                  </a:cubicBezTo>
                  <a:lnTo>
                    <a:pt x="0" y="29758"/>
                  </a:lnTo>
                  <a:cubicBezTo>
                    <a:pt x="1398" y="34135"/>
                    <a:pt x="6444" y="34925"/>
                    <a:pt x="8602" y="34621"/>
                  </a:cubicBezTo>
                  <a:cubicBezTo>
                    <a:pt x="11398" y="34256"/>
                    <a:pt x="11368" y="32737"/>
                    <a:pt x="14164" y="32007"/>
                  </a:cubicBezTo>
                  <a:cubicBezTo>
                    <a:pt x="16961" y="31278"/>
                    <a:pt x="17873" y="27965"/>
                    <a:pt x="17873" y="27965"/>
                  </a:cubicBezTo>
                  <a:cubicBezTo>
                    <a:pt x="17234" y="28360"/>
                    <a:pt x="16535" y="28694"/>
                    <a:pt x="15806" y="28907"/>
                  </a:cubicBezTo>
                  <a:cubicBezTo>
                    <a:pt x="14894" y="29120"/>
                    <a:pt x="13526" y="28785"/>
                    <a:pt x="11550" y="27721"/>
                  </a:cubicBezTo>
                  <a:cubicBezTo>
                    <a:pt x="9575" y="26658"/>
                    <a:pt x="5927" y="26202"/>
                    <a:pt x="5684" y="25503"/>
                  </a:cubicBezTo>
                  <a:cubicBezTo>
                    <a:pt x="5441" y="24773"/>
                    <a:pt x="6839" y="24469"/>
                    <a:pt x="10274" y="25867"/>
                  </a:cubicBezTo>
                  <a:cubicBezTo>
                    <a:pt x="13708" y="27266"/>
                    <a:pt x="15867" y="28542"/>
                    <a:pt x="20031" y="25867"/>
                  </a:cubicBezTo>
                  <a:cubicBezTo>
                    <a:pt x="24225" y="23223"/>
                    <a:pt x="25988" y="14834"/>
                    <a:pt x="25988" y="14834"/>
                  </a:cubicBezTo>
                  <a:cubicBezTo>
                    <a:pt x="25988" y="14834"/>
                    <a:pt x="20274" y="16870"/>
                    <a:pt x="16140" y="16414"/>
                  </a:cubicBezTo>
                  <a:close/>
                  <a:moveTo>
                    <a:pt x="15897" y="9302"/>
                  </a:moveTo>
                  <a:cubicBezTo>
                    <a:pt x="15897" y="9302"/>
                    <a:pt x="18025" y="8268"/>
                    <a:pt x="19119" y="9028"/>
                  </a:cubicBezTo>
                  <a:cubicBezTo>
                    <a:pt x="20213" y="9818"/>
                    <a:pt x="18845" y="10274"/>
                    <a:pt x="17508" y="10274"/>
                  </a:cubicBezTo>
                  <a:cubicBezTo>
                    <a:pt x="16171" y="10305"/>
                    <a:pt x="14833" y="9514"/>
                    <a:pt x="15897" y="9302"/>
                  </a:cubicBezTo>
                  <a:close/>
                  <a:moveTo>
                    <a:pt x="1429" y="8025"/>
                  </a:moveTo>
                  <a:cubicBezTo>
                    <a:pt x="1429" y="8025"/>
                    <a:pt x="334" y="6505"/>
                    <a:pt x="1307" y="4986"/>
                  </a:cubicBezTo>
                  <a:cubicBezTo>
                    <a:pt x="2249" y="3466"/>
                    <a:pt x="3921" y="3283"/>
                    <a:pt x="3496" y="4408"/>
                  </a:cubicBezTo>
                  <a:cubicBezTo>
                    <a:pt x="3070" y="5533"/>
                    <a:pt x="2736" y="5685"/>
                    <a:pt x="2948" y="6627"/>
                  </a:cubicBezTo>
                  <a:cubicBezTo>
                    <a:pt x="3131" y="7539"/>
                    <a:pt x="3587" y="8147"/>
                    <a:pt x="2705" y="8694"/>
                  </a:cubicBezTo>
                  <a:cubicBezTo>
                    <a:pt x="1854" y="9241"/>
                    <a:pt x="1368" y="8572"/>
                    <a:pt x="1429" y="8025"/>
                  </a:cubicBezTo>
                  <a:close/>
                  <a:moveTo>
                    <a:pt x="2614" y="29515"/>
                  </a:moveTo>
                  <a:cubicBezTo>
                    <a:pt x="2128" y="29180"/>
                    <a:pt x="1155" y="28238"/>
                    <a:pt x="2128" y="28086"/>
                  </a:cubicBezTo>
                  <a:cubicBezTo>
                    <a:pt x="2128" y="28086"/>
                    <a:pt x="5076" y="27509"/>
                    <a:pt x="5015" y="28694"/>
                  </a:cubicBezTo>
                  <a:cubicBezTo>
                    <a:pt x="4985" y="29880"/>
                    <a:pt x="3100" y="29819"/>
                    <a:pt x="2614" y="29515"/>
                  </a:cubicBezTo>
                  <a:close/>
                  <a:moveTo>
                    <a:pt x="6809" y="17630"/>
                  </a:moveTo>
                  <a:cubicBezTo>
                    <a:pt x="6049" y="18481"/>
                    <a:pt x="5927" y="17326"/>
                    <a:pt x="6110" y="16627"/>
                  </a:cubicBezTo>
                  <a:cubicBezTo>
                    <a:pt x="6262" y="15898"/>
                    <a:pt x="6687" y="15442"/>
                    <a:pt x="7204" y="15624"/>
                  </a:cubicBezTo>
                  <a:cubicBezTo>
                    <a:pt x="7386" y="16293"/>
                    <a:pt x="7265" y="17053"/>
                    <a:pt x="6809" y="17630"/>
                  </a:cubicBezTo>
                  <a:close/>
                  <a:moveTo>
                    <a:pt x="19210" y="21186"/>
                  </a:moveTo>
                  <a:cubicBezTo>
                    <a:pt x="17964" y="21794"/>
                    <a:pt x="19301" y="22706"/>
                    <a:pt x="17569" y="23192"/>
                  </a:cubicBezTo>
                  <a:cubicBezTo>
                    <a:pt x="15836" y="23709"/>
                    <a:pt x="12888" y="21764"/>
                    <a:pt x="14894" y="20822"/>
                  </a:cubicBezTo>
                  <a:cubicBezTo>
                    <a:pt x="14894" y="20822"/>
                    <a:pt x="17447" y="19393"/>
                    <a:pt x="19058" y="19515"/>
                  </a:cubicBezTo>
                  <a:cubicBezTo>
                    <a:pt x="20639" y="19636"/>
                    <a:pt x="20426" y="20578"/>
                    <a:pt x="19210" y="211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29;p8">
              <a:extLst>
                <a:ext uri="{FF2B5EF4-FFF2-40B4-BE49-F238E27FC236}">
                  <a16:creationId xmlns:a16="http://schemas.microsoft.com/office/drawing/2014/main" id="{1AA4502A-9EC1-CFBD-EBDF-ACF05C4306EE}"/>
                </a:ext>
              </a:extLst>
            </p:cNvPr>
            <p:cNvSpPr/>
            <p:nvPr/>
          </p:nvSpPr>
          <p:spPr>
            <a:xfrm>
              <a:off x="238125" y="1507900"/>
              <a:ext cx="553225" cy="598825"/>
            </a:xfrm>
            <a:custGeom>
              <a:avLst/>
              <a:gdLst/>
              <a:ahLst/>
              <a:cxnLst/>
              <a:rect l="l" t="t" r="r" b="b"/>
              <a:pathLst>
                <a:path w="22129" h="23953" extrusionOk="0">
                  <a:moveTo>
                    <a:pt x="304" y="20032"/>
                  </a:moveTo>
                  <a:lnTo>
                    <a:pt x="1763" y="18664"/>
                  </a:lnTo>
                  <a:cubicBezTo>
                    <a:pt x="2492" y="20092"/>
                    <a:pt x="3587" y="21308"/>
                    <a:pt x="4924" y="22159"/>
                  </a:cubicBezTo>
                  <a:cubicBezTo>
                    <a:pt x="6262" y="23071"/>
                    <a:pt x="7751" y="23710"/>
                    <a:pt x="9331" y="23953"/>
                  </a:cubicBezTo>
                  <a:cubicBezTo>
                    <a:pt x="9331" y="23953"/>
                    <a:pt x="5593" y="22463"/>
                    <a:pt x="4468" y="21187"/>
                  </a:cubicBezTo>
                  <a:cubicBezTo>
                    <a:pt x="3678" y="20214"/>
                    <a:pt x="2979" y="19150"/>
                    <a:pt x="2371" y="18056"/>
                  </a:cubicBezTo>
                  <a:lnTo>
                    <a:pt x="4742" y="15594"/>
                  </a:lnTo>
                  <a:cubicBezTo>
                    <a:pt x="4742" y="15594"/>
                    <a:pt x="7690" y="18512"/>
                    <a:pt x="10426" y="19241"/>
                  </a:cubicBezTo>
                  <a:cubicBezTo>
                    <a:pt x="13161" y="20001"/>
                    <a:pt x="14529" y="19606"/>
                    <a:pt x="14529" y="19606"/>
                  </a:cubicBezTo>
                  <a:cubicBezTo>
                    <a:pt x="14529" y="19606"/>
                    <a:pt x="11581" y="19454"/>
                    <a:pt x="9301" y="18269"/>
                  </a:cubicBezTo>
                  <a:cubicBezTo>
                    <a:pt x="7842" y="17478"/>
                    <a:pt x="6535" y="16475"/>
                    <a:pt x="5380" y="15260"/>
                  </a:cubicBezTo>
                  <a:lnTo>
                    <a:pt x="8268" y="12190"/>
                  </a:lnTo>
                  <a:cubicBezTo>
                    <a:pt x="9818" y="13041"/>
                    <a:pt x="11520" y="13588"/>
                    <a:pt x="13283" y="13861"/>
                  </a:cubicBezTo>
                  <a:cubicBezTo>
                    <a:pt x="14772" y="14074"/>
                    <a:pt x="16292" y="13892"/>
                    <a:pt x="17721" y="13375"/>
                  </a:cubicBezTo>
                  <a:cubicBezTo>
                    <a:pt x="17721" y="13375"/>
                    <a:pt x="14955" y="13861"/>
                    <a:pt x="13040" y="13375"/>
                  </a:cubicBezTo>
                  <a:cubicBezTo>
                    <a:pt x="11611" y="12949"/>
                    <a:pt x="10213" y="12372"/>
                    <a:pt x="8906" y="11642"/>
                  </a:cubicBezTo>
                  <a:cubicBezTo>
                    <a:pt x="8906" y="11642"/>
                    <a:pt x="11672" y="8086"/>
                    <a:pt x="12523" y="7326"/>
                  </a:cubicBezTo>
                  <a:cubicBezTo>
                    <a:pt x="13009" y="6870"/>
                    <a:pt x="13556" y="6475"/>
                    <a:pt x="14104" y="6141"/>
                  </a:cubicBezTo>
                  <a:cubicBezTo>
                    <a:pt x="15350" y="6962"/>
                    <a:pt x="16839" y="7417"/>
                    <a:pt x="18329" y="7478"/>
                  </a:cubicBezTo>
                  <a:cubicBezTo>
                    <a:pt x="19696" y="7478"/>
                    <a:pt x="21034" y="7053"/>
                    <a:pt x="22128" y="6232"/>
                  </a:cubicBezTo>
                  <a:cubicBezTo>
                    <a:pt x="22128" y="6232"/>
                    <a:pt x="19970" y="7022"/>
                    <a:pt x="18329" y="6992"/>
                  </a:cubicBezTo>
                  <a:cubicBezTo>
                    <a:pt x="16687" y="6962"/>
                    <a:pt x="14408" y="5533"/>
                    <a:pt x="14408" y="5533"/>
                  </a:cubicBezTo>
                  <a:cubicBezTo>
                    <a:pt x="14408" y="5533"/>
                    <a:pt x="16049" y="4013"/>
                    <a:pt x="17326" y="2797"/>
                  </a:cubicBezTo>
                  <a:cubicBezTo>
                    <a:pt x="18633" y="1551"/>
                    <a:pt x="20031" y="1"/>
                    <a:pt x="20031" y="1"/>
                  </a:cubicBezTo>
                  <a:lnTo>
                    <a:pt x="15745" y="3740"/>
                  </a:lnTo>
                  <a:cubicBezTo>
                    <a:pt x="15471" y="3192"/>
                    <a:pt x="15380" y="2615"/>
                    <a:pt x="15471" y="2037"/>
                  </a:cubicBezTo>
                  <a:cubicBezTo>
                    <a:pt x="15623" y="1278"/>
                    <a:pt x="15958" y="578"/>
                    <a:pt x="16505" y="1"/>
                  </a:cubicBezTo>
                  <a:cubicBezTo>
                    <a:pt x="15867" y="426"/>
                    <a:pt x="15380" y="1065"/>
                    <a:pt x="15167" y="1794"/>
                  </a:cubicBezTo>
                  <a:cubicBezTo>
                    <a:pt x="14894" y="2554"/>
                    <a:pt x="14924" y="3405"/>
                    <a:pt x="15228" y="4165"/>
                  </a:cubicBezTo>
                  <a:cubicBezTo>
                    <a:pt x="15228" y="4165"/>
                    <a:pt x="13496" y="5776"/>
                    <a:pt x="12219" y="6840"/>
                  </a:cubicBezTo>
                  <a:cubicBezTo>
                    <a:pt x="11581" y="7357"/>
                    <a:pt x="10973" y="7965"/>
                    <a:pt x="10517" y="8664"/>
                  </a:cubicBezTo>
                  <a:cubicBezTo>
                    <a:pt x="10517" y="8664"/>
                    <a:pt x="9271" y="6475"/>
                    <a:pt x="9301" y="4530"/>
                  </a:cubicBezTo>
                  <a:cubicBezTo>
                    <a:pt x="9331" y="3284"/>
                    <a:pt x="9514" y="2068"/>
                    <a:pt x="9879" y="882"/>
                  </a:cubicBezTo>
                  <a:cubicBezTo>
                    <a:pt x="9210" y="2402"/>
                    <a:pt x="8876" y="4074"/>
                    <a:pt x="8967" y="5746"/>
                  </a:cubicBezTo>
                  <a:cubicBezTo>
                    <a:pt x="9088" y="8512"/>
                    <a:pt x="9939" y="9515"/>
                    <a:pt x="9939" y="9515"/>
                  </a:cubicBezTo>
                  <a:cubicBezTo>
                    <a:pt x="9362" y="10366"/>
                    <a:pt x="8663" y="11156"/>
                    <a:pt x="7872" y="11886"/>
                  </a:cubicBezTo>
                  <a:lnTo>
                    <a:pt x="5654" y="13740"/>
                  </a:lnTo>
                  <a:cubicBezTo>
                    <a:pt x="5654" y="13740"/>
                    <a:pt x="3799" y="11551"/>
                    <a:pt x="2918" y="9454"/>
                  </a:cubicBezTo>
                  <a:cubicBezTo>
                    <a:pt x="2371" y="8025"/>
                    <a:pt x="2097" y="6536"/>
                    <a:pt x="2128" y="5047"/>
                  </a:cubicBezTo>
                  <a:cubicBezTo>
                    <a:pt x="2128" y="5047"/>
                    <a:pt x="1793" y="7965"/>
                    <a:pt x="2614" y="9788"/>
                  </a:cubicBezTo>
                  <a:cubicBezTo>
                    <a:pt x="3374" y="11308"/>
                    <a:pt x="4255" y="12798"/>
                    <a:pt x="5228" y="14226"/>
                  </a:cubicBezTo>
                  <a:lnTo>
                    <a:pt x="2553" y="16779"/>
                  </a:lnTo>
                  <a:cubicBezTo>
                    <a:pt x="1641" y="15867"/>
                    <a:pt x="881" y="14834"/>
                    <a:pt x="274" y="13709"/>
                  </a:cubicBezTo>
                  <a:lnTo>
                    <a:pt x="0" y="13162"/>
                  </a:lnTo>
                  <a:lnTo>
                    <a:pt x="0" y="14135"/>
                  </a:lnTo>
                  <a:cubicBezTo>
                    <a:pt x="578" y="15229"/>
                    <a:pt x="1277" y="16293"/>
                    <a:pt x="2097" y="17235"/>
                  </a:cubicBezTo>
                  <a:cubicBezTo>
                    <a:pt x="2097" y="17235"/>
                    <a:pt x="1216" y="18481"/>
                    <a:pt x="274" y="2003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6793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CAAA4-1D75-4B42-CC3C-2387460C7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244"/>
            <a:ext cx="10515600" cy="71590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4D7E66-CD26-8C08-1142-24465C4A1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9648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895F23-ABF0-5AA6-90CC-20F552719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2A2CCD-C85F-1F84-6A5F-E688E3570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141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84450D-9AEB-6AF5-B619-169A17CAF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grpSp>
        <p:nvGrpSpPr>
          <p:cNvPr id="106" name="Google Shape;910;p8">
            <a:extLst>
              <a:ext uri="{FF2B5EF4-FFF2-40B4-BE49-F238E27FC236}">
                <a16:creationId xmlns:a16="http://schemas.microsoft.com/office/drawing/2014/main" id="{EAA4BFA9-1319-9222-05C3-C2D67CFE0C38}"/>
              </a:ext>
            </a:extLst>
          </p:cNvPr>
          <p:cNvGrpSpPr/>
          <p:nvPr userDrawn="1"/>
        </p:nvGrpSpPr>
        <p:grpSpPr>
          <a:xfrm rot="14243257">
            <a:off x="-472773" y="-534179"/>
            <a:ext cx="2042081" cy="1521303"/>
            <a:chOff x="5924400" y="1795900"/>
            <a:chExt cx="1245475" cy="927850"/>
          </a:xfrm>
        </p:grpSpPr>
        <p:sp>
          <p:nvSpPr>
            <p:cNvPr id="107" name="Google Shape;911;p8">
              <a:extLst>
                <a:ext uri="{FF2B5EF4-FFF2-40B4-BE49-F238E27FC236}">
                  <a16:creationId xmlns:a16="http://schemas.microsoft.com/office/drawing/2014/main" id="{E09C041C-18EE-4F4E-F626-8CEAB22A7FEA}"/>
                </a:ext>
              </a:extLst>
            </p:cNvPr>
            <p:cNvSpPr/>
            <p:nvPr/>
          </p:nvSpPr>
          <p:spPr>
            <a:xfrm>
              <a:off x="5924400" y="1795900"/>
              <a:ext cx="1245475" cy="927850"/>
            </a:xfrm>
            <a:custGeom>
              <a:avLst/>
              <a:gdLst/>
              <a:ahLst/>
              <a:cxnLst/>
              <a:rect l="l" t="t" r="r" b="b"/>
              <a:pathLst>
                <a:path w="49819" h="37114" extrusionOk="0">
                  <a:moveTo>
                    <a:pt x="37691" y="4287"/>
                  </a:moveTo>
                  <a:cubicBezTo>
                    <a:pt x="26718" y="1"/>
                    <a:pt x="16596" y="3740"/>
                    <a:pt x="11277" y="6445"/>
                  </a:cubicBezTo>
                  <a:cubicBezTo>
                    <a:pt x="5927" y="9180"/>
                    <a:pt x="0" y="7083"/>
                    <a:pt x="0" y="7083"/>
                  </a:cubicBezTo>
                  <a:cubicBezTo>
                    <a:pt x="2128" y="8208"/>
                    <a:pt x="3830" y="10001"/>
                    <a:pt x="4803" y="12190"/>
                  </a:cubicBezTo>
                  <a:cubicBezTo>
                    <a:pt x="6444" y="15898"/>
                    <a:pt x="9666" y="21734"/>
                    <a:pt x="18572" y="29424"/>
                  </a:cubicBezTo>
                  <a:cubicBezTo>
                    <a:pt x="27478" y="37114"/>
                    <a:pt x="40882" y="34561"/>
                    <a:pt x="40882" y="34561"/>
                  </a:cubicBezTo>
                  <a:cubicBezTo>
                    <a:pt x="40821" y="23223"/>
                    <a:pt x="49819" y="23132"/>
                    <a:pt x="49819" y="23132"/>
                  </a:cubicBezTo>
                  <a:cubicBezTo>
                    <a:pt x="49819" y="23132"/>
                    <a:pt x="48664" y="8572"/>
                    <a:pt x="37691" y="42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12;p8">
              <a:extLst>
                <a:ext uri="{FF2B5EF4-FFF2-40B4-BE49-F238E27FC236}">
                  <a16:creationId xmlns:a16="http://schemas.microsoft.com/office/drawing/2014/main" id="{6509EC3D-5BEF-2780-2B2A-83DEC3C7EBF1}"/>
                </a:ext>
              </a:extLst>
            </p:cNvPr>
            <p:cNvSpPr/>
            <p:nvPr/>
          </p:nvSpPr>
          <p:spPr>
            <a:xfrm>
              <a:off x="5924400" y="1854425"/>
              <a:ext cx="1158850" cy="815375"/>
            </a:xfrm>
            <a:custGeom>
              <a:avLst/>
              <a:gdLst/>
              <a:ahLst/>
              <a:cxnLst/>
              <a:rect l="l" t="t" r="r" b="b"/>
              <a:pathLst>
                <a:path w="46354" h="32615" extrusionOk="0">
                  <a:moveTo>
                    <a:pt x="21399" y="4803"/>
                  </a:moveTo>
                  <a:cubicBezTo>
                    <a:pt x="25806" y="9058"/>
                    <a:pt x="26718" y="13739"/>
                    <a:pt x="26870" y="15077"/>
                  </a:cubicBezTo>
                  <a:cubicBezTo>
                    <a:pt x="25107" y="14803"/>
                    <a:pt x="23344" y="14438"/>
                    <a:pt x="21611" y="13982"/>
                  </a:cubicBezTo>
                  <a:cubicBezTo>
                    <a:pt x="21490" y="12159"/>
                    <a:pt x="21064" y="10396"/>
                    <a:pt x="20335" y="8693"/>
                  </a:cubicBezTo>
                  <a:cubicBezTo>
                    <a:pt x="20821" y="7447"/>
                    <a:pt x="21186" y="6140"/>
                    <a:pt x="21399" y="4803"/>
                  </a:cubicBezTo>
                  <a:close/>
                  <a:moveTo>
                    <a:pt x="25928" y="0"/>
                  </a:moveTo>
                  <a:cubicBezTo>
                    <a:pt x="31064" y="5593"/>
                    <a:pt x="32645" y="13861"/>
                    <a:pt x="32949" y="15806"/>
                  </a:cubicBezTo>
                  <a:cubicBezTo>
                    <a:pt x="31885" y="15593"/>
                    <a:pt x="30821" y="15472"/>
                    <a:pt x="29757" y="15381"/>
                  </a:cubicBezTo>
                  <a:cubicBezTo>
                    <a:pt x="28998" y="15320"/>
                    <a:pt x="28238" y="15259"/>
                    <a:pt x="27508" y="15137"/>
                  </a:cubicBezTo>
                  <a:cubicBezTo>
                    <a:pt x="27356" y="13952"/>
                    <a:pt x="26505" y="8693"/>
                    <a:pt x="21459" y="4043"/>
                  </a:cubicBezTo>
                  <a:cubicBezTo>
                    <a:pt x="21611" y="2888"/>
                    <a:pt x="21520" y="1733"/>
                    <a:pt x="21247" y="578"/>
                  </a:cubicBezTo>
                  <a:lnTo>
                    <a:pt x="20669" y="699"/>
                  </a:lnTo>
                  <a:cubicBezTo>
                    <a:pt x="21399" y="3374"/>
                    <a:pt x="20456" y="6535"/>
                    <a:pt x="19970" y="7903"/>
                  </a:cubicBezTo>
                  <a:cubicBezTo>
                    <a:pt x="18937" y="5715"/>
                    <a:pt x="17508" y="3769"/>
                    <a:pt x="15745" y="2128"/>
                  </a:cubicBezTo>
                  <a:lnTo>
                    <a:pt x="15107" y="2371"/>
                  </a:lnTo>
                  <a:cubicBezTo>
                    <a:pt x="20183" y="6931"/>
                    <a:pt x="20882" y="12311"/>
                    <a:pt x="20973" y="13800"/>
                  </a:cubicBezTo>
                  <a:cubicBezTo>
                    <a:pt x="19301" y="13344"/>
                    <a:pt x="17660" y="12827"/>
                    <a:pt x="16049" y="12250"/>
                  </a:cubicBezTo>
                  <a:cubicBezTo>
                    <a:pt x="15715" y="11459"/>
                    <a:pt x="13830" y="7265"/>
                    <a:pt x="11155" y="4165"/>
                  </a:cubicBezTo>
                  <a:cubicBezTo>
                    <a:pt x="10973" y="4256"/>
                    <a:pt x="10760" y="4347"/>
                    <a:pt x="10578" y="4408"/>
                  </a:cubicBezTo>
                  <a:cubicBezTo>
                    <a:pt x="11459" y="5472"/>
                    <a:pt x="12280" y="6566"/>
                    <a:pt x="13009" y="7751"/>
                  </a:cubicBezTo>
                  <a:cubicBezTo>
                    <a:pt x="12006" y="7022"/>
                    <a:pt x="10517" y="5988"/>
                    <a:pt x="8967" y="4985"/>
                  </a:cubicBezTo>
                  <a:cubicBezTo>
                    <a:pt x="8693" y="5076"/>
                    <a:pt x="8450" y="5137"/>
                    <a:pt x="8176" y="5198"/>
                  </a:cubicBezTo>
                  <a:cubicBezTo>
                    <a:pt x="10821" y="6839"/>
                    <a:pt x="13435" y="8815"/>
                    <a:pt x="13800" y="9089"/>
                  </a:cubicBezTo>
                  <a:cubicBezTo>
                    <a:pt x="14468" y="10274"/>
                    <a:pt x="14955" y="11338"/>
                    <a:pt x="15228" y="11946"/>
                  </a:cubicBezTo>
                  <a:lnTo>
                    <a:pt x="14894" y="11824"/>
                  </a:lnTo>
                  <a:cubicBezTo>
                    <a:pt x="12584" y="10943"/>
                    <a:pt x="10335" y="9970"/>
                    <a:pt x="8298" y="8997"/>
                  </a:cubicBezTo>
                  <a:cubicBezTo>
                    <a:pt x="8025" y="7751"/>
                    <a:pt x="7660" y="6535"/>
                    <a:pt x="7204" y="5350"/>
                  </a:cubicBezTo>
                  <a:cubicBezTo>
                    <a:pt x="6991" y="5380"/>
                    <a:pt x="6778" y="5411"/>
                    <a:pt x="6596" y="5441"/>
                  </a:cubicBezTo>
                  <a:cubicBezTo>
                    <a:pt x="6991" y="6475"/>
                    <a:pt x="7325" y="7538"/>
                    <a:pt x="7599" y="8633"/>
                  </a:cubicBezTo>
                  <a:cubicBezTo>
                    <a:pt x="5015" y="7386"/>
                    <a:pt x="2736" y="6110"/>
                    <a:pt x="851" y="4985"/>
                  </a:cubicBezTo>
                  <a:cubicBezTo>
                    <a:pt x="304" y="4833"/>
                    <a:pt x="0" y="4742"/>
                    <a:pt x="0" y="4742"/>
                  </a:cubicBezTo>
                  <a:lnTo>
                    <a:pt x="0" y="4742"/>
                  </a:lnTo>
                  <a:cubicBezTo>
                    <a:pt x="1003" y="5259"/>
                    <a:pt x="1915" y="5927"/>
                    <a:pt x="2705" y="6748"/>
                  </a:cubicBezTo>
                  <a:cubicBezTo>
                    <a:pt x="5806" y="8511"/>
                    <a:pt x="9028" y="10092"/>
                    <a:pt x="12341" y="11459"/>
                  </a:cubicBezTo>
                  <a:cubicBezTo>
                    <a:pt x="11390" y="11574"/>
                    <a:pt x="10434" y="11629"/>
                    <a:pt x="9477" y="11629"/>
                  </a:cubicBezTo>
                  <a:cubicBezTo>
                    <a:pt x="8140" y="11629"/>
                    <a:pt x="6800" y="11520"/>
                    <a:pt x="5471" y="11307"/>
                  </a:cubicBezTo>
                  <a:lnTo>
                    <a:pt x="5471" y="11307"/>
                  </a:lnTo>
                  <a:cubicBezTo>
                    <a:pt x="5562" y="11520"/>
                    <a:pt x="5684" y="11733"/>
                    <a:pt x="5806" y="11976"/>
                  </a:cubicBezTo>
                  <a:cubicBezTo>
                    <a:pt x="6997" y="12163"/>
                    <a:pt x="8202" y="12255"/>
                    <a:pt x="9408" y="12255"/>
                  </a:cubicBezTo>
                  <a:cubicBezTo>
                    <a:pt x="10755" y="12255"/>
                    <a:pt x="12104" y="12140"/>
                    <a:pt x="13435" y="11915"/>
                  </a:cubicBezTo>
                  <a:cubicBezTo>
                    <a:pt x="13860" y="12067"/>
                    <a:pt x="14256" y="12250"/>
                    <a:pt x="14681" y="12402"/>
                  </a:cubicBezTo>
                  <a:cubicBezTo>
                    <a:pt x="15654" y="12766"/>
                    <a:pt x="16657" y="13131"/>
                    <a:pt x="17660" y="13466"/>
                  </a:cubicBezTo>
                  <a:cubicBezTo>
                    <a:pt x="15098" y="14423"/>
                    <a:pt x="12386" y="14909"/>
                    <a:pt x="9657" y="14909"/>
                  </a:cubicBezTo>
                  <a:cubicBezTo>
                    <a:pt x="8920" y="14909"/>
                    <a:pt x="8183" y="14874"/>
                    <a:pt x="7447" y="14803"/>
                  </a:cubicBezTo>
                  <a:lnTo>
                    <a:pt x="7447" y="14803"/>
                  </a:lnTo>
                  <a:cubicBezTo>
                    <a:pt x="7599" y="15016"/>
                    <a:pt x="7751" y="15229"/>
                    <a:pt x="7873" y="15441"/>
                  </a:cubicBezTo>
                  <a:cubicBezTo>
                    <a:pt x="8456" y="15484"/>
                    <a:pt x="9039" y="15505"/>
                    <a:pt x="9621" y="15505"/>
                  </a:cubicBezTo>
                  <a:cubicBezTo>
                    <a:pt x="11101" y="15505"/>
                    <a:pt x="12572" y="15369"/>
                    <a:pt x="14012" y="15107"/>
                  </a:cubicBezTo>
                  <a:lnTo>
                    <a:pt x="14012" y="15107"/>
                  </a:lnTo>
                  <a:cubicBezTo>
                    <a:pt x="12857" y="16384"/>
                    <a:pt x="11550" y="17508"/>
                    <a:pt x="10091" y="18450"/>
                  </a:cubicBezTo>
                  <a:lnTo>
                    <a:pt x="10487" y="18906"/>
                  </a:lnTo>
                  <a:cubicBezTo>
                    <a:pt x="12158" y="17782"/>
                    <a:pt x="13709" y="16444"/>
                    <a:pt x="15046" y="14894"/>
                  </a:cubicBezTo>
                  <a:cubicBezTo>
                    <a:pt x="16231" y="14621"/>
                    <a:pt x="17417" y="14256"/>
                    <a:pt x="18572" y="13739"/>
                  </a:cubicBezTo>
                  <a:cubicBezTo>
                    <a:pt x="20122" y="14225"/>
                    <a:pt x="21703" y="14651"/>
                    <a:pt x="23283" y="15016"/>
                  </a:cubicBezTo>
                  <a:cubicBezTo>
                    <a:pt x="20943" y="15654"/>
                    <a:pt x="15654" y="17295"/>
                    <a:pt x="11155" y="19727"/>
                  </a:cubicBezTo>
                  <a:lnTo>
                    <a:pt x="11581" y="20183"/>
                  </a:lnTo>
                  <a:cubicBezTo>
                    <a:pt x="17143" y="17204"/>
                    <a:pt x="23891" y="15472"/>
                    <a:pt x="24621" y="15289"/>
                  </a:cubicBezTo>
                  <a:cubicBezTo>
                    <a:pt x="25806" y="15532"/>
                    <a:pt x="27022" y="15715"/>
                    <a:pt x="28207" y="15836"/>
                  </a:cubicBezTo>
                  <a:cubicBezTo>
                    <a:pt x="25259" y="16809"/>
                    <a:pt x="18359" y="19210"/>
                    <a:pt x="13374" y="22159"/>
                  </a:cubicBezTo>
                  <a:lnTo>
                    <a:pt x="13800" y="22584"/>
                  </a:lnTo>
                  <a:cubicBezTo>
                    <a:pt x="19970" y="19028"/>
                    <a:pt x="28998" y="16232"/>
                    <a:pt x="29757" y="15988"/>
                  </a:cubicBezTo>
                  <a:cubicBezTo>
                    <a:pt x="32037" y="16171"/>
                    <a:pt x="34317" y="16596"/>
                    <a:pt x="36536" y="17295"/>
                  </a:cubicBezTo>
                  <a:cubicBezTo>
                    <a:pt x="33435" y="18238"/>
                    <a:pt x="23344" y="21368"/>
                    <a:pt x="16444" y="25198"/>
                  </a:cubicBezTo>
                  <a:lnTo>
                    <a:pt x="16930" y="25624"/>
                  </a:lnTo>
                  <a:cubicBezTo>
                    <a:pt x="19970" y="24013"/>
                    <a:pt x="23101" y="22615"/>
                    <a:pt x="26323" y="21399"/>
                  </a:cubicBezTo>
                  <a:lnTo>
                    <a:pt x="26323" y="21399"/>
                  </a:lnTo>
                  <a:cubicBezTo>
                    <a:pt x="23709" y="23162"/>
                    <a:pt x="21429" y="25350"/>
                    <a:pt x="19544" y="27873"/>
                  </a:cubicBezTo>
                  <a:cubicBezTo>
                    <a:pt x="19696" y="27995"/>
                    <a:pt x="19879" y="28116"/>
                    <a:pt x="20031" y="28238"/>
                  </a:cubicBezTo>
                  <a:cubicBezTo>
                    <a:pt x="23800" y="23010"/>
                    <a:pt x="29332" y="20305"/>
                    <a:pt x="29332" y="20305"/>
                  </a:cubicBezTo>
                  <a:cubicBezTo>
                    <a:pt x="33557" y="18785"/>
                    <a:pt x="36961" y="17812"/>
                    <a:pt x="37539" y="17630"/>
                  </a:cubicBezTo>
                  <a:cubicBezTo>
                    <a:pt x="38724" y="18025"/>
                    <a:pt x="39849" y="18511"/>
                    <a:pt x="40973" y="19058"/>
                  </a:cubicBezTo>
                  <a:cubicBezTo>
                    <a:pt x="33527" y="20092"/>
                    <a:pt x="26718" y="23709"/>
                    <a:pt x="21703" y="29271"/>
                  </a:cubicBezTo>
                  <a:cubicBezTo>
                    <a:pt x="21885" y="29393"/>
                    <a:pt x="22098" y="29484"/>
                    <a:pt x="22250" y="29575"/>
                  </a:cubicBezTo>
                  <a:cubicBezTo>
                    <a:pt x="25441" y="26080"/>
                    <a:pt x="29393" y="23344"/>
                    <a:pt x="33830" y="21581"/>
                  </a:cubicBezTo>
                  <a:lnTo>
                    <a:pt x="33830" y="21581"/>
                  </a:lnTo>
                  <a:cubicBezTo>
                    <a:pt x="31885" y="23314"/>
                    <a:pt x="28177" y="26961"/>
                    <a:pt x="25928" y="31156"/>
                  </a:cubicBezTo>
                  <a:lnTo>
                    <a:pt x="26536" y="31338"/>
                  </a:lnTo>
                  <a:cubicBezTo>
                    <a:pt x="29484" y="25867"/>
                    <a:pt x="34986" y="21338"/>
                    <a:pt x="35441" y="20973"/>
                  </a:cubicBezTo>
                  <a:cubicBezTo>
                    <a:pt x="37539" y="20244"/>
                    <a:pt x="39727" y="19757"/>
                    <a:pt x="41977" y="19575"/>
                  </a:cubicBezTo>
                  <a:cubicBezTo>
                    <a:pt x="43101" y="20183"/>
                    <a:pt x="44195" y="20852"/>
                    <a:pt x="45259" y="21612"/>
                  </a:cubicBezTo>
                  <a:cubicBezTo>
                    <a:pt x="42584" y="22007"/>
                    <a:pt x="33709" y="23952"/>
                    <a:pt x="29788" y="32128"/>
                  </a:cubicBezTo>
                  <a:cubicBezTo>
                    <a:pt x="30001" y="32159"/>
                    <a:pt x="30213" y="32189"/>
                    <a:pt x="30426" y="32220"/>
                  </a:cubicBezTo>
                  <a:cubicBezTo>
                    <a:pt x="32068" y="28998"/>
                    <a:pt x="34651" y="26384"/>
                    <a:pt x="37873" y="24742"/>
                  </a:cubicBezTo>
                  <a:lnTo>
                    <a:pt x="37873" y="24742"/>
                  </a:lnTo>
                  <a:cubicBezTo>
                    <a:pt x="36293" y="27144"/>
                    <a:pt x="35168" y="29818"/>
                    <a:pt x="34499" y="32615"/>
                  </a:cubicBezTo>
                  <a:lnTo>
                    <a:pt x="35137" y="32615"/>
                  </a:lnTo>
                  <a:cubicBezTo>
                    <a:pt x="35867" y="29575"/>
                    <a:pt x="37174" y="26718"/>
                    <a:pt x="38998" y="24165"/>
                  </a:cubicBezTo>
                  <a:cubicBezTo>
                    <a:pt x="41004" y="23223"/>
                    <a:pt x="43162" y="22554"/>
                    <a:pt x="45381" y="22220"/>
                  </a:cubicBezTo>
                  <a:cubicBezTo>
                    <a:pt x="45685" y="22007"/>
                    <a:pt x="46019" y="21824"/>
                    <a:pt x="46354" y="21672"/>
                  </a:cubicBezTo>
                  <a:cubicBezTo>
                    <a:pt x="45746" y="21216"/>
                    <a:pt x="45046" y="20730"/>
                    <a:pt x="44256" y="20213"/>
                  </a:cubicBezTo>
                  <a:cubicBezTo>
                    <a:pt x="43983" y="19484"/>
                    <a:pt x="42159" y="14195"/>
                    <a:pt x="45016" y="7751"/>
                  </a:cubicBezTo>
                  <a:cubicBezTo>
                    <a:pt x="44895" y="7569"/>
                    <a:pt x="44743" y="7386"/>
                    <a:pt x="44621" y="7204"/>
                  </a:cubicBezTo>
                  <a:cubicBezTo>
                    <a:pt x="42736" y="11095"/>
                    <a:pt x="42341" y="15563"/>
                    <a:pt x="43466" y="19727"/>
                  </a:cubicBezTo>
                  <a:cubicBezTo>
                    <a:pt x="42311" y="19058"/>
                    <a:pt x="41125" y="18450"/>
                    <a:pt x="39910" y="17934"/>
                  </a:cubicBezTo>
                  <a:cubicBezTo>
                    <a:pt x="39818" y="17265"/>
                    <a:pt x="39332" y="14681"/>
                    <a:pt x="38451" y="11429"/>
                  </a:cubicBezTo>
                  <a:cubicBezTo>
                    <a:pt x="38511" y="10943"/>
                    <a:pt x="39028" y="7751"/>
                    <a:pt x="41703" y="4256"/>
                  </a:cubicBezTo>
                  <a:cubicBezTo>
                    <a:pt x="41551" y="4134"/>
                    <a:pt x="41399" y="4013"/>
                    <a:pt x="41217" y="3891"/>
                  </a:cubicBezTo>
                  <a:cubicBezTo>
                    <a:pt x="39788" y="5745"/>
                    <a:pt x="38694" y="7873"/>
                    <a:pt x="38086" y="10152"/>
                  </a:cubicBezTo>
                  <a:cubicBezTo>
                    <a:pt x="37174" y="6931"/>
                    <a:pt x="35897" y="3830"/>
                    <a:pt x="34347" y="851"/>
                  </a:cubicBezTo>
                  <a:cubicBezTo>
                    <a:pt x="34074" y="791"/>
                    <a:pt x="33800" y="730"/>
                    <a:pt x="33527" y="669"/>
                  </a:cubicBezTo>
                  <a:lnTo>
                    <a:pt x="33527" y="669"/>
                  </a:lnTo>
                  <a:cubicBezTo>
                    <a:pt x="37144" y="6931"/>
                    <a:pt x="38846" y="15411"/>
                    <a:pt x="39241" y="17630"/>
                  </a:cubicBezTo>
                  <a:cubicBezTo>
                    <a:pt x="37417" y="16870"/>
                    <a:pt x="35533" y="16292"/>
                    <a:pt x="33587" y="15928"/>
                  </a:cubicBezTo>
                  <a:cubicBezTo>
                    <a:pt x="33375" y="14469"/>
                    <a:pt x="31916" y="5927"/>
                    <a:pt x="2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046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AA4E3-14CF-CB2F-2B93-3FB9245F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grpSp>
        <p:nvGrpSpPr>
          <p:cNvPr id="49" name="Google Shape;853;p8">
            <a:extLst>
              <a:ext uri="{FF2B5EF4-FFF2-40B4-BE49-F238E27FC236}">
                <a16:creationId xmlns:a16="http://schemas.microsoft.com/office/drawing/2014/main" id="{6F4D1978-1416-C4DC-287F-1820013F3474}"/>
              </a:ext>
            </a:extLst>
          </p:cNvPr>
          <p:cNvGrpSpPr/>
          <p:nvPr userDrawn="1"/>
        </p:nvGrpSpPr>
        <p:grpSpPr>
          <a:xfrm rot="5400000">
            <a:off x="-563512" y="4738858"/>
            <a:ext cx="2264293" cy="1973991"/>
            <a:chOff x="5827125" y="3881800"/>
            <a:chExt cx="1535000" cy="1338200"/>
          </a:xfrm>
        </p:grpSpPr>
        <p:sp>
          <p:nvSpPr>
            <p:cNvPr id="50" name="Google Shape;854;p8">
              <a:extLst>
                <a:ext uri="{FF2B5EF4-FFF2-40B4-BE49-F238E27FC236}">
                  <a16:creationId xmlns:a16="http://schemas.microsoft.com/office/drawing/2014/main" id="{11340052-1E33-CA71-AA0A-82DE3D250050}"/>
                </a:ext>
              </a:extLst>
            </p:cNvPr>
            <p:cNvSpPr/>
            <p:nvPr/>
          </p:nvSpPr>
          <p:spPr>
            <a:xfrm>
              <a:off x="6669075" y="4415250"/>
              <a:ext cx="693050" cy="377700"/>
            </a:xfrm>
            <a:custGeom>
              <a:avLst/>
              <a:gdLst/>
              <a:ahLst/>
              <a:cxnLst/>
              <a:rect l="l" t="t" r="r" b="b"/>
              <a:pathLst>
                <a:path w="27722" h="15108" extrusionOk="0">
                  <a:moveTo>
                    <a:pt x="27722" y="15107"/>
                  </a:moveTo>
                  <a:cubicBezTo>
                    <a:pt x="2493" y="4529"/>
                    <a:pt x="822" y="1399"/>
                    <a:pt x="822" y="1399"/>
                  </a:cubicBezTo>
                  <a:cubicBezTo>
                    <a:pt x="822" y="1399"/>
                    <a:pt x="1" y="0"/>
                    <a:pt x="3192" y="2219"/>
                  </a:cubicBezTo>
                  <a:cubicBezTo>
                    <a:pt x="6050" y="4195"/>
                    <a:pt x="15442" y="8602"/>
                    <a:pt x="27722" y="13618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5;p8">
              <a:extLst>
                <a:ext uri="{FF2B5EF4-FFF2-40B4-BE49-F238E27FC236}">
                  <a16:creationId xmlns:a16="http://schemas.microsoft.com/office/drawing/2014/main" id="{FACF9AFA-7192-ECE0-800C-4311B090823B}"/>
                </a:ext>
              </a:extLst>
            </p:cNvPr>
            <p:cNvSpPr/>
            <p:nvPr/>
          </p:nvSpPr>
          <p:spPr>
            <a:xfrm>
              <a:off x="5827125" y="3930450"/>
              <a:ext cx="895175" cy="544850"/>
            </a:xfrm>
            <a:custGeom>
              <a:avLst/>
              <a:gdLst/>
              <a:ahLst/>
              <a:cxnLst/>
              <a:rect l="l" t="t" r="r" b="b"/>
              <a:pathLst>
                <a:path w="35807" h="21794" extrusionOk="0">
                  <a:moveTo>
                    <a:pt x="35807" y="21611"/>
                  </a:moveTo>
                  <a:cubicBezTo>
                    <a:pt x="29028" y="12766"/>
                    <a:pt x="0" y="0"/>
                    <a:pt x="0" y="0"/>
                  </a:cubicBezTo>
                  <a:cubicBezTo>
                    <a:pt x="0" y="0"/>
                    <a:pt x="12280" y="10000"/>
                    <a:pt x="21125" y="15897"/>
                  </a:cubicBezTo>
                  <a:cubicBezTo>
                    <a:pt x="29940" y="21794"/>
                    <a:pt x="35807" y="21611"/>
                    <a:pt x="35807" y="216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6;p8">
              <a:extLst>
                <a:ext uri="{FF2B5EF4-FFF2-40B4-BE49-F238E27FC236}">
                  <a16:creationId xmlns:a16="http://schemas.microsoft.com/office/drawing/2014/main" id="{0A8CB436-F5FE-5112-D1DC-961E69F95BF5}"/>
                </a:ext>
              </a:extLst>
            </p:cNvPr>
            <p:cNvSpPr/>
            <p:nvPr/>
          </p:nvSpPr>
          <p:spPr>
            <a:xfrm>
              <a:off x="6580925" y="3960825"/>
              <a:ext cx="319200" cy="557025"/>
            </a:xfrm>
            <a:custGeom>
              <a:avLst/>
              <a:gdLst/>
              <a:ahLst/>
              <a:cxnLst/>
              <a:rect l="l" t="t" r="r" b="b"/>
              <a:pathLst>
                <a:path w="12768" h="22281" extrusionOk="0">
                  <a:moveTo>
                    <a:pt x="8785" y="22281"/>
                  </a:moveTo>
                  <a:cubicBezTo>
                    <a:pt x="12767" y="14439"/>
                    <a:pt x="1" y="1"/>
                    <a:pt x="1" y="1"/>
                  </a:cubicBezTo>
                  <a:cubicBezTo>
                    <a:pt x="1" y="1"/>
                    <a:pt x="2524" y="8268"/>
                    <a:pt x="4560" y="13831"/>
                  </a:cubicBezTo>
                  <a:cubicBezTo>
                    <a:pt x="6597" y="19363"/>
                    <a:pt x="8785" y="22281"/>
                    <a:pt x="8785" y="222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;p8">
              <a:extLst>
                <a:ext uri="{FF2B5EF4-FFF2-40B4-BE49-F238E27FC236}">
                  <a16:creationId xmlns:a16="http://schemas.microsoft.com/office/drawing/2014/main" id="{464A63C8-3574-BA36-86DC-A49786F4C34D}"/>
                </a:ext>
              </a:extLst>
            </p:cNvPr>
            <p:cNvSpPr/>
            <p:nvPr/>
          </p:nvSpPr>
          <p:spPr>
            <a:xfrm>
              <a:off x="6809675" y="3881800"/>
              <a:ext cx="247750" cy="718125"/>
            </a:xfrm>
            <a:custGeom>
              <a:avLst/>
              <a:gdLst/>
              <a:ahLst/>
              <a:cxnLst/>
              <a:rect l="l" t="t" r="r" b="b"/>
              <a:pathLst>
                <a:path w="9910" h="28725" extrusionOk="0">
                  <a:moveTo>
                    <a:pt x="6596" y="28725"/>
                  </a:moveTo>
                  <a:cubicBezTo>
                    <a:pt x="9909" y="23952"/>
                    <a:pt x="0" y="1"/>
                    <a:pt x="0" y="1"/>
                  </a:cubicBezTo>
                  <a:cubicBezTo>
                    <a:pt x="0" y="1"/>
                    <a:pt x="1489" y="14195"/>
                    <a:pt x="3222" y="20518"/>
                  </a:cubicBezTo>
                  <a:cubicBezTo>
                    <a:pt x="4955" y="26810"/>
                    <a:pt x="6596" y="28725"/>
                    <a:pt x="6596" y="28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8;p8">
              <a:extLst>
                <a:ext uri="{FF2B5EF4-FFF2-40B4-BE49-F238E27FC236}">
                  <a16:creationId xmlns:a16="http://schemas.microsoft.com/office/drawing/2014/main" id="{E4BA109B-99EA-58B0-07E3-FBA61C0F31DB}"/>
                </a:ext>
              </a:extLst>
            </p:cNvPr>
            <p:cNvSpPr/>
            <p:nvPr/>
          </p:nvSpPr>
          <p:spPr>
            <a:xfrm>
              <a:off x="7044475" y="3927400"/>
              <a:ext cx="161875" cy="748525"/>
            </a:xfrm>
            <a:custGeom>
              <a:avLst/>
              <a:gdLst/>
              <a:ahLst/>
              <a:cxnLst/>
              <a:rect l="l" t="t" r="r" b="b"/>
              <a:pathLst>
                <a:path w="6475" h="29941" extrusionOk="0">
                  <a:moveTo>
                    <a:pt x="3496" y="29940"/>
                  </a:moveTo>
                  <a:cubicBezTo>
                    <a:pt x="6475" y="23375"/>
                    <a:pt x="1338" y="0"/>
                    <a:pt x="1338" y="0"/>
                  </a:cubicBezTo>
                  <a:cubicBezTo>
                    <a:pt x="1338" y="0"/>
                    <a:pt x="0" y="11156"/>
                    <a:pt x="487" y="18633"/>
                  </a:cubicBezTo>
                  <a:cubicBezTo>
                    <a:pt x="1003" y="26141"/>
                    <a:pt x="3496" y="29940"/>
                    <a:pt x="3496" y="299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9;p8">
              <a:extLst>
                <a:ext uri="{FF2B5EF4-FFF2-40B4-BE49-F238E27FC236}">
                  <a16:creationId xmlns:a16="http://schemas.microsoft.com/office/drawing/2014/main" id="{F9016069-931B-DFF1-2E71-F6C453E5BE9B}"/>
                </a:ext>
              </a:extLst>
            </p:cNvPr>
            <p:cNvSpPr/>
            <p:nvPr/>
          </p:nvSpPr>
          <p:spPr>
            <a:xfrm>
              <a:off x="7218475" y="4000350"/>
              <a:ext cx="139850" cy="754600"/>
            </a:xfrm>
            <a:custGeom>
              <a:avLst/>
              <a:gdLst/>
              <a:ahLst/>
              <a:cxnLst/>
              <a:rect l="l" t="t" r="r" b="b"/>
              <a:pathLst>
                <a:path w="5594" h="30184" extrusionOk="0">
                  <a:moveTo>
                    <a:pt x="3709" y="30183"/>
                  </a:moveTo>
                  <a:cubicBezTo>
                    <a:pt x="5411" y="28937"/>
                    <a:pt x="5594" y="25442"/>
                    <a:pt x="3861" y="18147"/>
                  </a:cubicBezTo>
                  <a:cubicBezTo>
                    <a:pt x="2129" y="10882"/>
                    <a:pt x="1308" y="0"/>
                    <a:pt x="1308" y="0"/>
                  </a:cubicBezTo>
                  <a:cubicBezTo>
                    <a:pt x="1308" y="0"/>
                    <a:pt x="1" y="12189"/>
                    <a:pt x="1186" y="19697"/>
                  </a:cubicBezTo>
                  <a:cubicBezTo>
                    <a:pt x="2372" y="27204"/>
                    <a:pt x="3709" y="30183"/>
                    <a:pt x="3709" y="30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0;p8">
              <a:extLst>
                <a:ext uri="{FF2B5EF4-FFF2-40B4-BE49-F238E27FC236}">
                  <a16:creationId xmlns:a16="http://schemas.microsoft.com/office/drawing/2014/main" id="{920111A6-1B79-BE33-02D6-2F0E2E573B66}"/>
                </a:ext>
              </a:extLst>
            </p:cNvPr>
            <p:cNvSpPr/>
            <p:nvPr/>
          </p:nvSpPr>
          <p:spPr>
            <a:xfrm>
              <a:off x="6090800" y="4499600"/>
              <a:ext cx="708250" cy="196825"/>
            </a:xfrm>
            <a:custGeom>
              <a:avLst/>
              <a:gdLst/>
              <a:ahLst/>
              <a:cxnLst/>
              <a:rect l="l" t="t" r="r" b="b"/>
              <a:pathLst>
                <a:path w="28330" h="7873" extrusionOk="0">
                  <a:moveTo>
                    <a:pt x="13253" y="6687"/>
                  </a:moveTo>
                  <a:cubicBezTo>
                    <a:pt x="18664" y="6019"/>
                    <a:pt x="23861" y="3982"/>
                    <a:pt x="28330" y="821"/>
                  </a:cubicBezTo>
                  <a:cubicBezTo>
                    <a:pt x="26536" y="0"/>
                    <a:pt x="22311" y="1399"/>
                    <a:pt x="15199" y="3800"/>
                  </a:cubicBezTo>
                  <a:cubicBezTo>
                    <a:pt x="8056" y="6231"/>
                    <a:pt x="1" y="6748"/>
                    <a:pt x="1" y="6748"/>
                  </a:cubicBezTo>
                  <a:cubicBezTo>
                    <a:pt x="1" y="6748"/>
                    <a:pt x="4104" y="7873"/>
                    <a:pt x="13253" y="66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1;p8">
              <a:extLst>
                <a:ext uri="{FF2B5EF4-FFF2-40B4-BE49-F238E27FC236}">
                  <a16:creationId xmlns:a16="http://schemas.microsoft.com/office/drawing/2014/main" id="{4B2B4F39-EB21-F3E8-07E5-FF206461438F}"/>
                </a:ext>
              </a:extLst>
            </p:cNvPr>
            <p:cNvSpPr/>
            <p:nvPr/>
          </p:nvSpPr>
          <p:spPr>
            <a:xfrm>
              <a:off x="6809675" y="4819500"/>
              <a:ext cx="552450" cy="400500"/>
            </a:xfrm>
            <a:custGeom>
              <a:avLst/>
              <a:gdLst/>
              <a:ahLst/>
              <a:cxnLst/>
              <a:rect l="l" t="t" r="r" b="b"/>
              <a:pathLst>
                <a:path w="22098" h="16020" extrusionOk="0">
                  <a:moveTo>
                    <a:pt x="19149" y="1551"/>
                  </a:moveTo>
                  <a:cubicBezTo>
                    <a:pt x="16201" y="3740"/>
                    <a:pt x="14043" y="6414"/>
                    <a:pt x="8146" y="9393"/>
                  </a:cubicBezTo>
                  <a:cubicBezTo>
                    <a:pt x="4985" y="11004"/>
                    <a:pt x="2219" y="13253"/>
                    <a:pt x="0" y="16019"/>
                  </a:cubicBezTo>
                  <a:lnTo>
                    <a:pt x="669" y="16019"/>
                  </a:lnTo>
                  <a:cubicBezTo>
                    <a:pt x="1337" y="15563"/>
                    <a:pt x="2249" y="14986"/>
                    <a:pt x="3283" y="14439"/>
                  </a:cubicBezTo>
                  <a:cubicBezTo>
                    <a:pt x="5593" y="13132"/>
                    <a:pt x="8207" y="12676"/>
                    <a:pt x="14985" y="9150"/>
                  </a:cubicBezTo>
                  <a:cubicBezTo>
                    <a:pt x="17660" y="7691"/>
                    <a:pt x="20092" y="5776"/>
                    <a:pt x="22098" y="3496"/>
                  </a:cubicBezTo>
                  <a:lnTo>
                    <a:pt x="22098" y="1"/>
                  </a:lnTo>
                  <a:cubicBezTo>
                    <a:pt x="21034" y="335"/>
                    <a:pt x="20031" y="852"/>
                    <a:pt x="19149" y="15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2;p8">
              <a:extLst>
                <a:ext uri="{FF2B5EF4-FFF2-40B4-BE49-F238E27FC236}">
                  <a16:creationId xmlns:a16="http://schemas.microsoft.com/office/drawing/2014/main" id="{ADCB7B90-9561-8190-3B45-6E75FBCCE8A2}"/>
                </a:ext>
              </a:extLst>
            </p:cNvPr>
            <p:cNvSpPr/>
            <p:nvPr/>
          </p:nvSpPr>
          <p:spPr>
            <a:xfrm>
              <a:off x="7222275" y="5016325"/>
              <a:ext cx="139850" cy="203675"/>
            </a:xfrm>
            <a:custGeom>
              <a:avLst/>
              <a:gdLst/>
              <a:ahLst/>
              <a:cxnLst/>
              <a:rect l="l" t="t" r="r" b="b"/>
              <a:pathLst>
                <a:path w="5594" h="8147" extrusionOk="0">
                  <a:moveTo>
                    <a:pt x="1" y="8146"/>
                  </a:moveTo>
                  <a:lnTo>
                    <a:pt x="2372" y="8146"/>
                  </a:lnTo>
                  <a:cubicBezTo>
                    <a:pt x="2615" y="7873"/>
                    <a:pt x="2889" y="7569"/>
                    <a:pt x="3132" y="7265"/>
                  </a:cubicBezTo>
                  <a:cubicBezTo>
                    <a:pt x="3892" y="6383"/>
                    <a:pt x="4712" y="5380"/>
                    <a:pt x="5594" y="4256"/>
                  </a:cubicBezTo>
                  <a:lnTo>
                    <a:pt x="5594" y="0"/>
                  </a:lnTo>
                  <a:lnTo>
                    <a:pt x="5442" y="183"/>
                  </a:lnTo>
                  <a:cubicBezTo>
                    <a:pt x="3892" y="2371"/>
                    <a:pt x="1825" y="5472"/>
                    <a:pt x="1" y="8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3;p8">
              <a:extLst>
                <a:ext uri="{FF2B5EF4-FFF2-40B4-BE49-F238E27FC236}">
                  <a16:creationId xmlns:a16="http://schemas.microsoft.com/office/drawing/2014/main" id="{FE2E8DB4-9F5A-AC66-A7C7-9203FFA843D8}"/>
                </a:ext>
              </a:extLst>
            </p:cNvPr>
            <p:cNvSpPr/>
            <p:nvPr/>
          </p:nvSpPr>
          <p:spPr>
            <a:xfrm>
              <a:off x="6585500" y="4715400"/>
              <a:ext cx="715075" cy="420250"/>
            </a:xfrm>
            <a:custGeom>
              <a:avLst/>
              <a:gdLst/>
              <a:ahLst/>
              <a:cxnLst/>
              <a:rect l="l" t="t" r="r" b="b"/>
              <a:pathLst>
                <a:path w="28603" h="16810" extrusionOk="0">
                  <a:moveTo>
                    <a:pt x="28603" y="1399"/>
                  </a:moveTo>
                  <a:cubicBezTo>
                    <a:pt x="24864" y="1"/>
                    <a:pt x="19362" y="5806"/>
                    <a:pt x="14955" y="9970"/>
                  </a:cubicBezTo>
                  <a:cubicBezTo>
                    <a:pt x="10548" y="14135"/>
                    <a:pt x="0" y="16809"/>
                    <a:pt x="0" y="16809"/>
                  </a:cubicBezTo>
                  <a:cubicBezTo>
                    <a:pt x="0" y="16809"/>
                    <a:pt x="7721" y="16749"/>
                    <a:pt x="14499" y="13071"/>
                  </a:cubicBezTo>
                  <a:cubicBezTo>
                    <a:pt x="21247" y="9363"/>
                    <a:pt x="28603" y="1399"/>
                    <a:pt x="28603" y="13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4;p8">
              <a:extLst>
                <a:ext uri="{FF2B5EF4-FFF2-40B4-BE49-F238E27FC236}">
                  <a16:creationId xmlns:a16="http://schemas.microsoft.com/office/drawing/2014/main" id="{38627A61-51FD-60AF-7EF9-48AB8AA0C3ED}"/>
                </a:ext>
              </a:extLst>
            </p:cNvPr>
            <p:cNvSpPr/>
            <p:nvPr/>
          </p:nvSpPr>
          <p:spPr>
            <a:xfrm>
              <a:off x="6197200" y="4571775"/>
              <a:ext cx="747750" cy="278925"/>
            </a:xfrm>
            <a:custGeom>
              <a:avLst/>
              <a:gdLst/>
              <a:ahLst/>
              <a:cxnLst/>
              <a:rect l="l" t="t" r="r" b="b"/>
              <a:pathLst>
                <a:path w="29910" h="11157" extrusionOk="0">
                  <a:moveTo>
                    <a:pt x="29909" y="761"/>
                  </a:moveTo>
                  <a:cubicBezTo>
                    <a:pt x="27964" y="1"/>
                    <a:pt x="22219" y="1764"/>
                    <a:pt x="16475" y="4895"/>
                  </a:cubicBezTo>
                  <a:cubicBezTo>
                    <a:pt x="10730" y="8025"/>
                    <a:pt x="0" y="11156"/>
                    <a:pt x="0" y="11156"/>
                  </a:cubicBezTo>
                  <a:cubicBezTo>
                    <a:pt x="4833" y="10791"/>
                    <a:pt x="9636" y="10001"/>
                    <a:pt x="14316" y="8846"/>
                  </a:cubicBezTo>
                  <a:cubicBezTo>
                    <a:pt x="21733" y="6931"/>
                    <a:pt x="29909" y="761"/>
                    <a:pt x="29909" y="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5;p8">
              <a:extLst>
                <a:ext uri="{FF2B5EF4-FFF2-40B4-BE49-F238E27FC236}">
                  <a16:creationId xmlns:a16="http://schemas.microsoft.com/office/drawing/2014/main" id="{0B42BED8-D941-7934-7067-68D89480E821}"/>
                </a:ext>
              </a:extLst>
            </p:cNvPr>
            <p:cNvSpPr/>
            <p:nvPr/>
          </p:nvSpPr>
          <p:spPr>
            <a:xfrm>
              <a:off x="6409950" y="4644725"/>
              <a:ext cx="705975" cy="341975"/>
            </a:xfrm>
            <a:custGeom>
              <a:avLst/>
              <a:gdLst/>
              <a:ahLst/>
              <a:cxnLst/>
              <a:rect l="l" t="t" r="r" b="b"/>
              <a:pathLst>
                <a:path w="28239" h="13679" extrusionOk="0">
                  <a:moveTo>
                    <a:pt x="28239" y="822"/>
                  </a:moveTo>
                  <a:cubicBezTo>
                    <a:pt x="24135" y="1"/>
                    <a:pt x="19515" y="1855"/>
                    <a:pt x="14652" y="5259"/>
                  </a:cubicBezTo>
                  <a:cubicBezTo>
                    <a:pt x="9788" y="8633"/>
                    <a:pt x="1" y="13679"/>
                    <a:pt x="1" y="13679"/>
                  </a:cubicBezTo>
                  <a:cubicBezTo>
                    <a:pt x="4651" y="12767"/>
                    <a:pt x="9211" y="11308"/>
                    <a:pt x="13527" y="9363"/>
                  </a:cubicBezTo>
                  <a:cubicBezTo>
                    <a:pt x="20944" y="6019"/>
                    <a:pt x="28239" y="822"/>
                    <a:pt x="28239" y="8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2184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CFB36-B951-44E2-454D-03BF73FC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CC7D8-5915-D5E1-B6C8-3CF11B218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5ADFDE-157D-D621-CBCD-0F1C866A3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8" name="Google Shape;899;p8">
            <a:extLst>
              <a:ext uri="{FF2B5EF4-FFF2-40B4-BE49-F238E27FC236}">
                <a16:creationId xmlns:a16="http://schemas.microsoft.com/office/drawing/2014/main" id="{E422E075-6203-07C4-5084-C874312F8EAC}"/>
              </a:ext>
            </a:extLst>
          </p:cNvPr>
          <p:cNvGrpSpPr/>
          <p:nvPr userDrawn="1"/>
        </p:nvGrpSpPr>
        <p:grpSpPr>
          <a:xfrm>
            <a:off x="-198580" y="5821510"/>
            <a:ext cx="1035192" cy="1036490"/>
            <a:chOff x="5856000" y="4600650"/>
            <a:chExt cx="618575" cy="619350"/>
          </a:xfrm>
        </p:grpSpPr>
        <p:sp>
          <p:nvSpPr>
            <p:cNvPr id="9" name="Google Shape;900;p8">
              <a:extLst>
                <a:ext uri="{FF2B5EF4-FFF2-40B4-BE49-F238E27FC236}">
                  <a16:creationId xmlns:a16="http://schemas.microsoft.com/office/drawing/2014/main" id="{E28FE366-B38C-170F-3E37-5907B519D4A2}"/>
                </a:ext>
              </a:extLst>
            </p:cNvPr>
            <p:cNvSpPr/>
            <p:nvPr/>
          </p:nvSpPr>
          <p:spPr>
            <a:xfrm>
              <a:off x="5909200" y="5028475"/>
              <a:ext cx="438475" cy="120100"/>
            </a:xfrm>
            <a:custGeom>
              <a:avLst/>
              <a:gdLst/>
              <a:ahLst/>
              <a:cxnLst/>
              <a:rect l="l" t="t" r="r" b="b"/>
              <a:pathLst>
                <a:path w="17539" h="4804" extrusionOk="0">
                  <a:moveTo>
                    <a:pt x="3617" y="4469"/>
                  </a:moveTo>
                  <a:cubicBezTo>
                    <a:pt x="5380" y="4803"/>
                    <a:pt x="8085" y="4317"/>
                    <a:pt x="11915" y="2827"/>
                  </a:cubicBezTo>
                  <a:cubicBezTo>
                    <a:pt x="15745" y="1338"/>
                    <a:pt x="17538" y="3952"/>
                    <a:pt x="17538" y="3952"/>
                  </a:cubicBezTo>
                  <a:cubicBezTo>
                    <a:pt x="17447" y="3648"/>
                    <a:pt x="17356" y="3344"/>
                    <a:pt x="17234" y="3040"/>
                  </a:cubicBezTo>
                  <a:cubicBezTo>
                    <a:pt x="16201" y="1"/>
                    <a:pt x="13678" y="1855"/>
                    <a:pt x="7174" y="1642"/>
                  </a:cubicBezTo>
                  <a:cubicBezTo>
                    <a:pt x="7022" y="1642"/>
                    <a:pt x="6870" y="1642"/>
                    <a:pt x="6718" y="1612"/>
                  </a:cubicBezTo>
                  <a:lnTo>
                    <a:pt x="5228" y="2615"/>
                  </a:lnTo>
                  <a:cubicBezTo>
                    <a:pt x="3040" y="4104"/>
                    <a:pt x="0" y="1672"/>
                    <a:pt x="0" y="1672"/>
                  </a:cubicBezTo>
                  <a:cubicBezTo>
                    <a:pt x="0" y="1672"/>
                    <a:pt x="1915" y="4165"/>
                    <a:pt x="3617" y="446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01;p8">
              <a:extLst>
                <a:ext uri="{FF2B5EF4-FFF2-40B4-BE49-F238E27FC236}">
                  <a16:creationId xmlns:a16="http://schemas.microsoft.com/office/drawing/2014/main" id="{FB6C8975-A57F-401A-E08C-47738797EFBB}"/>
                </a:ext>
              </a:extLst>
            </p:cNvPr>
            <p:cNvSpPr/>
            <p:nvPr/>
          </p:nvSpPr>
          <p:spPr>
            <a:xfrm>
              <a:off x="6325600" y="4613575"/>
              <a:ext cx="148975" cy="421775"/>
            </a:xfrm>
            <a:custGeom>
              <a:avLst/>
              <a:gdLst/>
              <a:ahLst/>
              <a:cxnLst/>
              <a:rect l="l" t="t" r="r" b="b"/>
              <a:pathLst>
                <a:path w="5959" h="16871" extrusionOk="0">
                  <a:moveTo>
                    <a:pt x="791" y="15685"/>
                  </a:moveTo>
                  <a:cubicBezTo>
                    <a:pt x="791" y="15685"/>
                    <a:pt x="3041" y="14408"/>
                    <a:pt x="4500" y="8177"/>
                  </a:cubicBezTo>
                  <a:cubicBezTo>
                    <a:pt x="5959" y="1916"/>
                    <a:pt x="5533" y="1"/>
                    <a:pt x="5533" y="1"/>
                  </a:cubicBezTo>
                  <a:cubicBezTo>
                    <a:pt x="4135" y="2432"/>
                    <a:pt x="2858" y="4925"/>
                    <a:pt x="1734" y="7508"/>
                  </a:cubicBezTo>
                  <a:cubicBezTo>
                    <a:pt x="700" y="9879"/>
                    <a:pt x="92" y="12402"/>
                    <a:pt x="1" y="15016"/>
                  </a:cubicBezTo>
                  <a:cubicBezTo>
                    <a:pt x="1" y="15016"/>
                    <a:pt x="92" y="16870"/>
                    <a:pt x="791" y="156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02;p8">
              <a:extLst>
                <a:ext uri="{FF2B5EF4-FFF2-40B4-BE49-F238E27FC236}">
                  <a16:creationId xmlns:a16="http://schemas.microsoft.com/office/drawing/2014/main" id="{EC65F481-D6F8-5013-10CF-8955F421F103}"/>
                </a:ext>
              </a:extLst>
            </p:cNvPr>
            <p:cNvSpPr/>
            <p:nvPr/>
          </p:nvSpPr>
          <p:spPr>
            <a:xfrm>
              <a:off x="6343100" y="4672850"/>
              <a:ext cx="120075" cy="335900"/>
            </a:xfrm>
            <a:custGeom>
              <a:avLst/>
              <a:gdLst/>
              <a:ahLst/>
              <a:cxnLst/>
              <a:rect l="l" t="t" r="r" b="b"/>
              <a:pathLst>
                <a:path w="4803" h="13436" extrusionOk="0">
                  <a:moveTo>
                    <a:pt x="4803" y="1"/>
                  </a:moveTo>
                  <a:cubicBezTo>
                    <a:pt x="3252" y="3131"/>
                    <a:pt x="334" y="9514"/>
                    <a:pt x="0" y="13435"/>
                  </a:cubicBezTo>
                  <a:lnTo>
                    <a:pt x="91" y="13314"/>
                  </a:lnTo>
                  <a:cubicBezTo>
                    <a:pt x="91" y="13314"/>
                    <a:pt x="2341" y="12037"/>
                    <a:pt x="3800" y="5806"/>
                  </a:cubicBezTo>
                  <a:cubicBezTo>
                    <a:pt x="4255" y="3891"/>
                    <a:pt x="4590" y="1946"/>
                    <a:pt x="48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03;p8">
              <a:extLst>
                <a:ext uri="{FF2B5EF4-FFF2-40B4-BE49-F238E27FC236}">
                  <a16:creationId xmlns:a16="http://schemas.microsoft.com/office/drawing/2014/main" id="{710D59BF-CCCE-3EE5-0F6E-5FCE2DF48D91}"/>
                </a:ext>
              </a:extLst>
            </p:cNvPr>
            <p:cNvSpPr/>
            <p:nvPr/>
          </p:nvSpPr>
          <p:spPr>
            <a:xfrm>
              <a:off x="6235175" y="4600650"/>
              <a:ext cx="131500" cy="431650"/>
            </a:xfrm>
            <a:custGeom>
              <a:avLst/>
              <a:gdLst/>
              <a:ahLst/>
              <a:cxnLst/>
              <a:rect l="l" t="t" r="r" b="b"/>
              <a:pathLst>
                <a:path w="5260" h="17266" extrusionOk="0">
                  <a:moveTo>
                    <a:pt x="4013" y="15898"/>
                  </a:moveTo>
                  <a:cubicBezTo>
                    <a:pt x="4013" y="15898"/>
                    <a:pt x="5259" y="13649"/>
                    <a:pt x="3314" y="7539"/>
                  </a:cubicBezTo>
                  <a:cubicBezTo>
                    <a:pt x="1338" y="1430"/>
                    <a:pt x="1" y="1"/>
                    <a:pt x="1" y="1"/>
                  </a:cubicBezTo>
                  <a:cubicBezTo>
                    <a:pt x="62" y="2797"/>
                    <a:pt x="244" y="5594"/>
                    <a:pt x="578" y="8360"/>
                  </a:cubicBezTo>
                  <a:cubicBezTo>
                    <a:pt x="913" y="10943"/>
                    <a:pt x="1703" y="13436"/>
                    <a:pt x="2980" y="15685"/>
                  </a:cubicBezTo>
                  <a:cubicBezTo>
                    <a:pt x="2980" y="15685"/>
                    <a:pt x="3983" y="17266"/>
                    <a:pt x="4013" y="1586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04;p8">
              <a:extLst>
                <a:ext uri="{FF2B5EF4-FFF2-40B4-BE49-F238E27FC236}">
                  <a16:creationId xmlns:a16="http://schemas.microsoft.com/office/drawing/2014/main" id="{D93864C5-4C70-BCFF-2754-D96F51DC3901}"/>
                </a:ext>
              </a:extLst>
            </p:cNvPr>
            <p:cNvSpPr/>
            <p:nvPr/>
          </p:nvSpPr>
          <p:spPr>
            <a:xfrm>
              <a:off x="6264825" y="4651575"/>
              <a:ext cx="101850" cy="349575"/>
            </a:xfrm>
            <a:custGeom>
              <a:avLst/>
              <a:gdLst/>
              <a:ahLst/>
              <a:cxnLst/>
              <a:rect l="l" t="t" r="r" b="b"/>
              <a:pathLst>
                <a:path w="4074" h="13983" extrusionOk="0">
                  <a:moveTo>
                    <a:pt x="31" y="0"/>
                  </a:moveTo>
                  <a:cubicBezTo>
                    <a:pt x="304" y="3466"/>
                    <a:pt x="1064" y="10457"/>
                    <a:pt x="2797" y="13982"/>
                  </a:cubicBezTo>
                  <a:lnTo>
                    <a:pt x="2797" y="13861"/>
                  </a:lnTo>
                  <a:cubicBezTo>
                    <a:pt x="2797" y="13800"/>
                    <a:pt x="4073" y="11612"/>
                    <a:pt x="2098" y="5502"/>
                  </a:cubicBezTo>
                  <a:cubicBezTo>
                    <a:pt x="1520" y="3618"/>
                    <a:pt x="821" y="179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05;p8">
              <a:extLst>
                <a:ext uri="{FF2B5EF4-FFF2-40B4-BE49-F238E27FC236}">
                  <a16:creationId xmlns:a16="http://schemas.microsoft.com/office/drawing/2014/main" id="{D59A4ECB-010F-5E41-7B23-99BA483DE427}"/>
                </a:ext>
              </a:extLst>
            </p:cNvPr>
            <p:cNvSpPr/>
            <p:nvPr/>
          </p:nvSpPr>
          <p:spPr>
            <a:xfrm>
              <a:off x="6029250" y="4702475"/>
              <a:ext cx="308550" cy="318425"/>
            </a:xfrm>
            <a:custGeom>
              <a:avLst/>
              <a:gdLst/>
              <a:ahLst/>
              <a:cxnLst/>
              <a:rect l="l" t="t" r="r" b="b"/>
              <a:pathLst>
                <a:path w="12342" h="12737" extrusionOk="0">
                  <a:moveTo>
                    <a:pt x="11642" y="11551"/>
                  </a:moveTo>
                  <a:cubicBezTo>
                    <a:pt x="11642" y="11551"/>
                    <a:pt x="11551" y="8968"/>
                    <a:pt x="6718" y="4743"/>
                  </a:cubicBezTo>
                  <a:cubicBezTo>
                    <a:pt x="1885" y="518"/>
                    <a:pt x="1" y="1"/>
                    <a:pt x="1" y="1"/>
                  </a:cubicBezTo>
                  <a:cubicBezTo>
                    <a:pt x="1490" y="2372"/>
                    <a:pt x="3101" y="4651"/>
                    <a:pt x="4834" y="6870"/>
                  </a:cubicBezTo>
                  <a:cubicBezTo>
                    <a:pt x="6445" y="8907"/>
                    <a:pt x="8420" y="10639"/>
                    <a:pt x="10639" y="11916"/>
                  </a:cubicBezTo>
                  <a:cubicBezTo>
                    <a:pt x="10639" y="11916"/>
                    <a:pt x="12341" y="12737"/>
                    <a:pt x="11642" y="1155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06;p8">
              <a:extLst>
                <a:ext uri="{FF2B5EF4-FFF2-40B4-BE49-F238E27FC236}">
                  <a16:creationId xmlns:a16="http://schemas.microsoft.com/office/drawing/2014/main" id="{C53F6E33-27CE-DB9A-E7F6-0BB54E60B22D}"/>
                </a:ext>
              </a:extLst>
            </p:cNvPr>
            <p:cNvSpPr/>
            <p:nvPr/>
          </p:nvSpPr>
          <p:spPr>
            <a:xfrm>
              <a:off x="6081675" y="4730600"/>
              <a:ext cx="240150" cy="263700"/>
            </a:xfrm>
            <a:custGeom>
              <a:avLst/>
              <a:gdLst/>
              <a:ahLst/>
              <a:cxnLst/>
              <a:rect l="l" t="t" r="r" b="b"/>
              <a:pathLst>
                <a:path w="9606" h="10548" extrusionOk="0">
                  <a:moveTo>
                    <a:pt x="1" y="1"/>
                  </a:moveTo>
                  <a:cubicBezTo>
                    <a:pt x="2037" y="2858"/>
                    <a:pt x="6262" y="8420"/>
                    <a:pt x="9606" y="10548"/>
                  </a:cubicBezTo>
                  <a:cubicBezTo>
                    <a:pt x="9576" y="10517"/>
                    <a:pt x="9576" y="10457"/>
                    <a:pt x="9545" y="10426"/>
                  </a:cubicBezTo>
                  <a:cubicBezTo>
                    <a:pt x="9545" y="10426"/>
                    <a:pt x="9454" y="7843"/>
                    <a:pt x="4621" y="3618"/>
                  </a:cubicBezTo>
                  <a:cubicBezTo>
                    <a:pt x="3162" y="2311"/>
                    <a:pt x="1612" y="1095"/>
                    <a:pt x="1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07;p8">
              <a:extLst>
                <a:ext uri="{FF2B5EF4-FFF2-40B4-BE49-F238E27FC236}">
                  <a16:creationId xmlns:a16="http://schemas.microsoft.com/office/drawing/2014/main" id="{04E7EBFA-BC30-FDB3-699B-4C92854F90ED}"/>
                </a:ext>
              </a:extLst>
            </p:cNvPr>
            <p:cNvSpPr/>
            <p:nvPr/>
          </p:nvSpPr>
          <p:spPr>
            <a:xfrm>
              <a:off x="5911475" y="4850675"/>
              <a:ext cx="417200" cy="160350"/>
            </a:xfrm>
            <a:custGeom>
              <a:avLst/>
              <a:gdLst/>
              <a:ahLst/>
              <a:cxnLst/>
              <a:rect l="l" t="t" r="r" b="b"/>
              <a:pathLst>
                <a:path w="16688" h="6414" extrusionOk="0">
                  <a:moveTo>
                    <a:pt x="15533" y="5623"/>
                  </a:moveTo>
                  <a:cubicBezTo>
                    <a:pt x="15533" y="5623"/>
                    <a:pt x="14317" y="3344"/>
                    <a:pt x="8116" y="1672"/>
                  </a:cubicBezTo>
                  <a:cubicBezTo>
                    <a:pt x="1915" y="0"/>
                    <a:pt x="0" y="365"/>
                    <a:pt x="0" y="365"/>
                  </a:cubicBezTo>
                  <a:cubicBezTo>
                    <a:pt x="2402" y="1824"/>
                    <a:pt x="4833" y="3192"/>
                    <a:pt x="7356" y="4407"/>
                  </a:cubicBezTo>
                  <a:cubicBezTo>
                    <a:pt x="9697" y="5532"/>
                    <a:pt x="12219" y="6231"/>
                    <a:pt x="14803" y="6414"/>
                  </a:cubicBezTo>
                  <a:cubicBezTo>
                    <a:pt x="14803" y="6414"/>
                    <a:pt x="16688" y="6414"/>
                    <a:pt x="15533" y="565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08;p8">
              <a:extLst>
                <a:ext uri="{FF2B5EF4-FFF2-40B4-BE49-F238E27FC236}">
                  <a16:creationId xmlns:a16="http://schemas.microsoft.com/office/drawing/2014/main" id="{5ACF5918-0FBE-D78D-A8AD-E8218DCEDCFD}"/>
                </a:ext>
              </a:extLst>
            </p:cNvPr>
            <p:cNvSpPr/>
            <p:nvPr/>
          </p:nvSpPr>
          <p:spPr>
            <a:xfrm>
              <a:off x="5970750" y="4862075"/>
              <a:ext cx="332100" cy="131475"/>
            </a:xfrm>
            <a:custGeom>
              <a:avLst/>
              <a:gdLst/>
              <a:ahLst/>
              <a:cxnLst/>
              <a:rect l="l" t="t" r="r" b="b"/>
              <a:pathLst>
                <a:path w="13284" h="5259" extrusionOk="0">
                  <a:moveTo>
                    <a:pt x="0" y="0"/>
                  </a:moveTo>
                  <a:cubicBezTo>
                    <a:pt x="3070" y="1672"/>
                    <a:pt x="9332" y="4803"/>
                    <a:pt x="13283" y="5258"/>
                  </a:cubicBezTo>
                  <a:cubicBezTo>
                    <a:pt x="13222" y="5228"/>
                    <a:pt x="13192" y="5198"/>
                    <a:pt x="13162" y="5167"/>
                  </a:cubicBezTo>
                  <a:cubicBezTo>
                    <a:pt x="13162" y="5167"/>
                    <a:pt x="11946" y="2888"/>
                    <a:pt x="5745" y="1216"/>
                  </a:cubicBezTo>
                  <a:cubicBezTo>
                    <a:pt x="3860" y="699"/>
                    <a:pt x="1946" y="274"/>
                    <a:pt x="0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09;p8">
              <a:extLst>
                <a:ext uri="{FF2B5EF4-FFF2-40B4-BE49-F238E27FC236}">
                  <a16:creationId xmlns:a16="http://schemas.microsoft.com/office/drawing/2014/main" id="{C9FF10C0-8260-0B9A-0AC4-959A715E7560}"/>
                </a:ext>
              </a:extLst>
            </p:cNvPr>
            <p:cNvSpPr/>
            <p:nvPr/>
          </p:nvSpPr>
          <p:spPr>
            <a:xfrm>
              <a:off x="5856000" y="4907650"/>
              <a:ext cx="586650" cy="312350"/>
            </a:xfrm>
            <a:custGeom>
              <a:avLst/>
              <a:gdLst/>
              <a:ahLst/>
              <a:cxnLst/>
              <a:rect l="l" t="t" r="r" b="b"/>
              <a:pathLst>
                <a:path w="23466" h="12494" extrusionOk="0">
                  <a:moveTo>
                    <a:pt x="21764" y="6323"/>
                  </a:moveTo>
                  <a:cubicBezTo>
                    <a:pt x="20852" y="3770"/>
                    <a:pt x="19666" y="2372"/>
                    <a:pt x="15563" y="3192"/>
                  </a:cubicBezTo>
                  <a:cubicBezTo>
                    <a:pt x="11490" y="4013"/>
                    <a:pt x="7599" y="3891"/>
                    <a:pt x="5198" y="3192"/>
                  </a:cubicBezTo>
                  <a:cubicBezTo>
                    <a:pt x="2797" y="2493"/>
                    <a:pt x="0" y="1"/>
                    <a:pt x="0" y="1"/>
                  </a:cubicBezTo>
                  <a:cubicBezTo>
                    <a:pt x="0" y="1"/>
                    <a:pt x="2827" y="6262"/>
                    <a:pt x="9302" y="6475"/>
                  </a:cubicBezTo>
                  <a:cubicBezTo>
                    <a:pt x="15806" y="6688"/>
                    <a:pt x="18329" y="4834"/>
                    <a:pt x="19362" y="7873"/>
                  </a:cubicBezTo>
                  <a:cubicBezTo>
                    <a:pt x="20305" y="10548"/>
                    <a:pt x="19910" y="11399"/>
                    <a:pt x="20791" y="12493"/>
                  </a:cubicBezTo>
                  <a:lnTo>
                    <a:pt x="23466" y="12493"/>
                  </a:lnTo>
                  <a:cubicBezTo>
                    <a:pt x="22919" y="10305"/>
                    <a:pt x="22250" y="7660"/>
                    <a:pt x="21764" y="63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5000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58A9A-F648-E99E-AAE4-B5A30BD9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A90244-1D3E-801F-2C32-D062532B4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4D21DA-5FCA-B611-6A2F-F2D53502A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C5A88B-A576-31F8-7C86-493FB5A9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7581" y="6337035"/>
            <a:ext cx="2743200" cy="365125"/>
          </a:xfrm>
          <a:prstGeom prst="rect">
            <a:avLst/>
          </a:prstGeom>
        </p:spPr>
        <p:txBody>
          <a:bodyPr/>
          <a:lstStyle/>
          <a:p>
            <a:fld id="{E7C2ACD0-A223-42ED-961B-20A96F2E36D9}" type="slidenum">
              <a:rPr lang="es-419" smtClean="0"/>
              <a:t>‹Nº›</a:t>
            </a:fld>
            <a:endParaRPr lang="es-419"/>
          </a:p>
        </p:txBody>
      </p:sp>
      <p:grpSp>
        <p:nvGrpSpPr>
          <p:cNvPr id="70" name="Google Shape;874;p8">
            <a:extLst>
              <a:ext uri="{FF2B5EF4-FFF2-40B4-BE49-F238E27FC236}">
                <a16:creationId xmlns:a16="http://schemas.microsoft.com/office/drawing/2014/main" id="{C468ACCC-271C-82A7-710A-DC15E46F9A56}"/>
              </a:ext>
            </a:extLst>
          </p:cNvPr>
          <p:cNvGrpSpPr/>
          <p:nvPr userDrawn="1"/>
        </p:nvGrpSpPr>
        <p:grpSpPr>
          <a:xfrm rot="5400000">
            <a:off x="11211" y="5858097"/>
            <a:ext cx="988692" cy="1011114"/>
            <a:chOff x="6691875" y="4534550"/>
            <a:chExt cx="670250" cy="685450"/>
          </a:xfrm>
        </p:grpSpPr>
        <p:sp>
          <p:nvSpPr>
            <p:cNvPr id="71" name="Google Shape;875;p8">
              <a:extLst>
                <a:ext uri="{FF2B5EF4-FFF2-40B4-BE49-F238E27FC236}">
                  <a16:creationId xmlns:a16="http://schemas.microsoft.com/office/drawing/2014/main" id="{02394BC3-B566-4B5A-AAD9-6C62907DA323}"/>
                </a:ext>
              </a:extLst>
            </p:cNvPr>
            <p:cNvSpPr/>
            <p:nvPr/>
          </p:nvSpPr>
          <p:spPr>
            <a:xfrm>
              <a:off x="6691875" y="4534550"/>
              <a:ext cx="670250" cy="685450"/>
            </a:xfrm>
            <a:custGeom>
              <a:avLst/>
              <a:gdLst/>
              <a:ahLst/>
              <a:cxnLst/>
              <a:rect l="l" t="t" r="r" b="b"/>
              <a:pathLst>
                <a:path w="26810" h="27418" extrusionOk="0">
                  <a:moveTo>
                    <a:pt x="25108" y="365"/>
                  </a:moveTo>
                  <a:cubicBezTo>
                    <a:pt x="23770" y="61"/>
                    <a:pt x="22372" y="1"/>
                    <a:pt x="21004" y="122"/>
                  </a:cubicBezTo>
                  <a:cubicBezTo>
                    <a:pt x="19636" y="335"/>
                    <a:pt x="18329" y="608"/>
                    <a:pt x="17022" y="1004"/>
                  </a:cubicBezTo>
                  <a:cubicBezTo>
                    <a:pt x="17022" y="1004"/>
                    <a:pt x="20943" y="4955"/>
                    <a:pt x="21126" y="8724"/>
                  </a:cubicBezTo>
                  <a:cubicBezTo>
                    <a:pt x="21308" y="12493"/>
                    <a:pt x="18208" y="14621"/>
                    <a:pt x="17752" y="11095"/>
                  </a:cubicBezTo>
                  <a:cubicBezTo>
                    <a:pt x="17265" y="7539"/>
                    <a:pt x="17934" y="5229"/>
                    <a:pt x="15776" y="2736"/>
                  </a:cubicBezTo>
                  <a:cubicBezTo>
                    <a:pt x="13618" y="244"/>
                    <a:pt x="10609" y="1156"/>
                    <a:pt x="7934" y="1642"/>
                  </a:cubicBezTo>
                  <a:cubicBezTo>
                    <a:pt x="5290" y="2128"/>
                    <a:pt x="3770" y="1004"/>
                    <a:pt x="3770" y="1004"/>
                  </a:cubicBezTo>
                  <a:cubicBezTo>
                    <a:pt x="3770" y="1004"/>
                    <a:pt x="5320" y="4013"/>
                    <a:pt x="4104" y="7265"/>
                  </a:cubicBezTo>
                  <a:cubicBezTo>
                    <a:pt x="2858" y="10487"/>
                    <a:pt x="1" y="17417"/>
                    <a:pt x="4347" y="19758"/>
                  </a:cubicBezTo>
                  <a:cubicBezTo>
                    <a:pt x="8694" y="22129"/>
                    <a:pt x="12737" y="18967"/>
                    <a:pt x="16749" y="19423"/>
                  </a:cubicBezTo>
                  <a:cubicBezTo>
                    <a:pt x="20731" y="19849"/>
                    <a:pt x="21187" y="22767"/>
                    <a:pt x="15290" y="23405"/>
                  </a:cubicBezTo>
                  <a:cubicBezTo>
                    <a:pt x="9393" y="24074"/>
                    <a:pt x="1277" y="21125"/>
                    <a:pt x="1277" y="21125"/>
                  </a:cubicBezTo>
                  <a:cubicBezTo>
                    <a:pt x="1764" y="23284"/>
                    <a:pt x="2402" y="25381"/>
                    <a:pt x="3192" y="27417"/>
                  </a:cubicBezTo>
                  <a:lnTo>
                    <a:pt x="26810" y="27417"/>
                  </a:lnTo>
                  <a:lnTo>
                    <a:pt x="26810" y="1763"/>
                  </a:lnTo>
                  <a:cubicBezTo>
                    <a:pt x="26293" y="1216"/>
                    <a:pt x="25715" y="760"/>
                    <a:pt x="25108" y="365"/>
                  </a:cubicBezTo>
                  <a:close/>
                  <a:moveTo>
                    <a:pt x="13344" y="14651"/>
                  </a:moveTo>
                  <a:cubicBezTo>
                    <a:pt x="11430" y="14651"/>
                    <a:pt x="9484" y="13983"/>
                    <a:pt x="11065" y="12888"/>
                  </a:cubicBezTo>
                  <a:cubicBezTo>
                    <a:pt x="12615" y="11764"/>
                    <a:pt x="15655" y="13253"/>
                    <a:pt x="15655" y="13253"/>
                  </a:cubicBezTo>
                  <a:cubicBezTo>
                    <a:pt x="17144" y="13557"/>
                    <a:pt x="15229" y="14682"/>
                    <a:pt x="13344" y="14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76;p8">
              <a:extLst>
                <a:ext uri="{FF2B5EF4-FFF2-40B4-BE49-F238E27FC236}">
                  <a16:creationId xmlns:a16="http://schemas.microsoft.com/office/drawing/2014/main" id="{A4D3F8AE-4A5E-B12D-B01B-BE746970BD58}"/>
                </a:ext>
              </a:extLst>
            </p:cNvPr>
            <p:cNvSpPr/>
            <p:nvPr/>
          </p:nvSpPr>
          <p:spPr>
            <a:xfrm>
              <a:off x="6860575" y="4708575"/>
              <a:ext cx="501550" cy="503825"/>
            </a:xfrm>
            <a:custGeom>
              <a:avLst/>
              <a:gdLst/>
              <a:ahLst/>
              <a:cxnLst/>
              <a:rect l="l" t="t" r="r" b="b"/>
              <a:pathLst>
                <a:path w="20062" h="20153" extrusionOk="0">
                  <a:moveTo>
                    <a:pt x="20062" y="17721"/>
                  </a:moveTo>
                  <a:lnTo>
                    <a:pt x="19727" y="17326"/>
                  </a:lnTo>
                  <a:cubicBezTo>
                    <a:pt x="17478" y="18541"/>
                    <a:pt x="15077" y="19332"/>
                    <a:pt x="12584" y="19696"/>
                  </a:cubicBezTo>
                  <a:cubicBezTo>
                    <a:pt x="8755" y="20152"/>
                    <a:pt x="6262" y="18997"/>
                    <a:pt x="6262" y="18997"/>
                  </a:cubicBezTo>
                  <a:cubicBezTo>
                    <a:pt x="6262" y="18997"/>
                    <a:pt x="10183" y="19727"/>
                    <a:pt x="12888" y="19028"/>
                  </a:cubicBezTo>
                  <a:cubicBezTo>
                    <a:pt x="15624" y="18359"/>
                    <a:pt x="18816" y="16566"/>
                    <a:pt x="18816" y="16566"/>
                  </a:cubicBezTo>
                  <a:cubicBezTo>
                    <a:pt x="18816" y="16566"/>
                    <a:pt x="14864" y="11459"/>
                    <a:pt x="13648" y="10395"/>
                  </a:cubicBezTo>
                  <a:cubicBezTo>
                    <a:pt x="12949" y="9788"/>
                    <a:pt x="12189" y="9210"/>
                    <a:pt x="11399" y="8724"/>
                  </a:cubicBezTo>
                  <a:cubicBezTo>
                    <a:pt x="9606" y="9909"/>
                    <a:pt x="7539" y="10547"/>
                    <a:pt x="5381" y="10608"/>
                  </a:cubicBezTo>
                  <a:cubicBezTo>
                    <a:pt x="3435" y="10639"/>
                    <a:pt x="1551" y="10031"/>
                    <a:pt x="1" y="8876"/>
                  </a:cubicBezTo>
                  <a:cubicBezTo>
                    <a:pt x="1" y="8876"/>
                    <a:pt x="3071" y="10000"/>
                    <a:pt x="5411" y="9970"/>
                  </a:cubicBezTo>
                  <a:cubicBezTo>
                    <a:pt x="7782" y="9909"/>
                    <a:pt x="11004" y="7873"/>
                    <a:pt x="11004" y="7873"/>
                  </a:cubicBezTo>
                  <a:cubicBezTo>
                    <a:pt x="11004" y="7873"/>
                    <a:pt x="8663" y="5714"/>
                    <a:pt x="6809" y="3952"/>
                  </a:cubicBezTo>
                  <a:cubicBezTo>
                    <a:pt x="4985" y="2219"/>
                    <a:pt x="2979" y="0"/>
                    <a:pt x="2979" y="0"/>
                  </a:cubicBezTo>
                  <a:lnTo>
                    <a:pt x="9089" y="5289"/>
                  </a:lnTo>
                  <a:cubicBezTo>
                    <a:pt x="9089" y="5289"/>
                    <a:pt x="9636" y="4438"/>
                    <a:pt x="9484" y="2857"/>
                  </a:cubicBezTo>
                  <a:cubicBezTo>
                    <a:pt x="9332" y="1307"/>
                    <a:pt x="8025" y="0"/>
                    <a:pt x="8025" y="0"/>
                  </a:cubicBezTo>
                  <a:cubicBezTo>
                    <a:pt x="8937" y="578"/>
                    <a:pt x="9606" y="1490"/>
                    <a:pt x="9910" y="2523"/>
                  </a:cubicBezTo>
                  <a:cubicBezTo>
                    <a:pt x="10305" y="3617"/>
                    <a:pt x="10274" y="4833"/>
                    <a:pt x="9818" y="5897"/>
                  </a:cubicBezTo>
                  <a:cubicBezTo>
                    <a:pt x="9818" y="5897"/>
                    <a:pt x="12280" y="8207"/>
                    <a:pt x="14104" y="9727"/>
                  </a:cubicBezTo>
                  <a:cubicBezTo>
                    <a:pt x="15928" y="11246"/>
                    <a:pt x="16536" y="12310"/>
                    <a:pt x="16536" y="12310"/>
                  </a:cubicBezTo>
                  <a:cubicBezTo>
                    <a:pt x="16536" y="12310"/>
                    <a:pt x="18299" y="9180"/>
                    <a:pt x="18268" y="6444"/>
                  </a:cubicBezTo>
                  <a:cubicBezTo>
                    <a:pt x="18208" y="4681"/>
                    <a:pt x="17934" y="2918"/>
                    <a:pt x="17448" y="1216"/>
                  </a:cubicBezTo>
                  <a:cubicBezTo>
                    <a:pt x="18420" y="3404"/>
                    <a:pt x="18876" y="5775"/>
                    <a:pt x="18755" y="8146"/>
                  </a:cubicBezTo>
                  <a:cubicBezTo>
                    <a:pt x="18572" y="12098"/>
                    <a:pt x="17357" y="13526"/>
                    <a:pt x="17357" y="13526"/>
                  </a:cubicBezTo>
                  <a:cubicBezTo>
                    <a:pt x="18147" y="14681"/>
                    <a:pt x="19059" y="15715"/>
                    <a:pt x="20062" y="16687"/>
                  </a:cubicBezTo>
                  <a:close/>
                </a:path>
              </a:pathLst>
            </a:custGeom>
            <a:solidFill>
              <a:srgbClr val="2D4F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1405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Descrip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6;p2">
            <a:extLst>
              <a:ext uri="{FF2B5EF4-FFF2-40B4-BE49-F238E27FC236}">
                <a16:creationId xmlns:a16="http://schemas.microsoft.com/office/drawing/2014/main" id="{EBF93279-4951-0ECC-848B-E8A2E724F4F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8200" y="5637813"/>
            <a:ext cx="5045014" cy="4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5D57C9FD-C334-85D4-3C81-14422683114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8200" y="1578634"/>
            <a:ext cx="5045015" cy="39256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D926A457-0E31-A373-3B61-BB234741B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1578633"/>
            <a:ext cx="5756694" cy="392565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65" name="Google Shape;869;p8">
            <a:extLst>
              <a:ext uri="{FF2B5EF4-FFF2-40B4-BE49-F238E27FC236}">
                <a16:creationId xmlns:a16="http://schemas.microsoft.com/office/drawing/2014/main" id="{7F9EFB24-76C7-8B79-13FD-8B7D0A7B58E6}"/>
              </a:ext>
            </a:extLst>
          </p:cNvPr>
          <p:cNvGrpSpPr/>
          <p:nvPr userDrawn="1"/>
        </p:nvGrpSpPr>
        <p:grpSpPr>
          <a:xfrm>
            <a:off x="-907491" y="5591696"/>
            <a:ext cx="2520998" cy="1298059"/>
            <a:chOff x="4102175" y="4352175"/>
            <a:chExt cx="1709025" cy="879975"/>
          </a:xfrm>
        </p:grpSpPr>
        <p:sp>
          <p:nvSpPr>
            <p:cNvPr id="66" name="Google Shape;870;p8">
              <a:extLst>
                <a:ext uri="{FF2B5EF4-FFF2-40B4-BE49-F238E27FC236}">
                  <a16:creationId xmlns:a16="http://schemas.microsoft.com/office/drawing/2014/main" id="{AD4FE65B-059A-75E5-E032-1A9EDF76779D}"/>
                </a:ext>
              </a:extLst>
            </p:cNvPr>
            <p:cNvSpPr/>
            <p:nvPr/>
          </p:nvSpPr>
          <p:spPr>
            <a:xfrm>
              <a:off x="4412200" y="4352175"/>
              <a:ext cx="1157350" cy="879975"/>
            </a:xfrm>
            <a:custGeom>
              <a:avLst/>
              <a:gdLst/>
              <a:ahLst/>
              <a:cxnLst/>
              <a:rect l="l" t="t" r="r" b="b"/>
              <a:pathLst>
                <a:path w="46294" h="35199" extrusionOk="0">
                  <a:moveTo>
                    <a:pt x="44561" y="28907"/>
                  </a:moveTo>
                  <a:cubicBezTo>
                    <a:pt x="44773" y="26445"/>
                    <a:pt x="44226" y="22736"/>
                    <a:pt x="45138" y="21065"/>
                  </a:cubicBezTo>
                  <a:cubicBezTo>
                    <a:pt x="46050" y="19423"/>
                    <a:pt x="46293" y="17630"/>
                    <a:pt x="45047" y="16870"/>
                  </a:cubicBezTo>
                  <a:cubicBezTo>
                    <a:pt x="43831" y="16080"/>
                    <a:pt x="45229" y="13648"/>
                    <a:pt x="43406" y="12037"/>
                  </a:cubicBezTo>
                  <a:cubicBezTo>
                    <a:pt x="41582" y="10426"/>
                    <a:pt x="41947" y="9241"/>
                    <a:pt x="41217" y="8055"/>
                  </a:cubicBezTo>
                  <a:cubicBezTo>
                    <a:pt x="40457" y="6870"/>
                    <a:pt x="37995" y="5867"/>
                    <a:pt x="37995" y="5867"/>
                  </a:cubicBezTo>
                  <a:cubicBezTo>
                    <a:pt x="37995" y="5867"/>
                    <a:pt x="41065" y="9423"/>
                    <a:pt x="39819" y="11277"/>
                  </a:cubicBezTo>
                  <a:cubicBezTo>
                    <a:pt x="38603" y="13101"/>
                    <a:pt x="35564" y="14560"/>
                    <a:pt x="36445" y="16718"/>
                  </a:cubicBezTo>
                  <a:cubicBezTo>
                    <a:pt x="37296" y="18876"/>
                    <a:pt x="38117" y="20062"/>
                    <a:pt x="36475" y="22554"/>
                  </a:cubicBezTo>
                  <a:cubicBezTo>
                    <a:pt x="34834" y="25016"/>
                    <a:pt x="34652" y="26384"/>
                    <a:pt x="35381" y="27965"/>
                  </a:cubicBezTo>
                  <a:cubicBezTo>
                    <a:pt x="36111" y="29515"/>
                    <a:pt x="34469" y="33375"/>
                    <a:pt x="32706" y="33922"/>
                  </a:cubicBezTo>
                  <a:cubicBezTo>
                    <a:pt x="30974" y="34469"/>
                    <a:pt x="33922" y="31703"/>
                    <a:pt x="32615" y="28420"/>
                  </a:cubicBezTo>
                  <a:cubicBezTo>
                    <a:pt x="31339" y="25107"/>
                    <a:pt x="31795" y="22828"/>
                    <a:pt x="32068" y="19970"/>
                  </a:cubicBezTo>
                  <a:cubicBezTo>
                    <a:pt x="32342" y="17144"/>
                    <a:pt x="31156" y="12007"/>
                    <a:pt x="26749" y="9423"/>
                  </a:cubicBezTo>
                  <a:cubicBezTo>
                    <a:pt x="22341" y="6870"/>
                    <a:pt x="19879" y="1"/>
                    <a:pt x="19879" y="1"/>
                  </a:cubicBezTo>
                  <a:cubicBezTo>
                    <a:pt x="19879" y="1"/>
                    <a:pt x="17873" y="3739"/>
                    <a:pt x="18785" y="8055"/>
                  </a:cubicBezTo>
                  <a:cubicBezTo>
                    <a:pt x="19697" y="12372"/>
                    <a:pt x="17053" y="16049"/>
                    <a:pt x="18968" y="18694"/>
                  </a:cubicBezTo>
                  <a:cubicBezTo>
                    <a:pt x="20882" y="21369"/>
                    <a:pt x="24925" y="25563"/>
                    <a:pt x="25290" y="28147"/>
                  </a:cubicBezTo>
                  <a:cubicBezTo>
                    <a:pt x="25655" y="30700"/>
                    <a:pt x="27570" y="30062"/>
                    <a:pt x="26931" y="32645"/>
                  </a:cubicBezTo>
                  <a:cubicBezTo>
                    <a:pt x="26323" y="35199"/>
                    <a:pt x="24104" y="34469"/>
                    <a:pt x="23557" y="32250"/>
                  </a:cubicBezTo>
                  <a:cubicBezTo>
                    <a:pt x="23010" y="30031"/>
                    <a:pt x="20518" y="24469"/>
                    <a:pt x="16870" y="22888"/>
                  </a:cubicBezTo>
                  <a:cubicBezTo>
                    <a:pt x="13192" y="21338"/>
                    <a:pt x="11095" y="22433"/>
                    <a:pt x="10062" y="19150"/>
                  </a:cubicBezTo>
                  <a:cubicBezTo>
                    <a:pt x="9059" y="15837"/>
                    <a:pt x="6353" y="16961"/>
                    <a:pt x="5989" y="15442"/>
                  </a:cubicBezTo>
                  <a:cubicBezTo>
                    <a:pt x="5563" y="13891"/>
                    <a:pt x="4226" y="12767"/>
                    <a:pt x="2615" y="12584"/>
                  </a:cubicBezTo>
                  <a:cubicBezTo>
                    <a:pt x="1703" y="12493"/>
                    <a:pt x="760" y="12736"/>
                    <a:pt x="1" y="13314"/>
                  </a:cubicBezTo>
                  <a:cubicBezTo>
                    <a:pt x="1" y="13314"/>
                    <a:pt x="2767" y="12767"/>
                    <a:pt x="3496" y="15381"/>
                  </a:cubicBezTo>
                  <a:cubicBezTo>
                    <a:pt x="4226" y="17995"/>
                    <a:pt x="2888" y="21034"/>
                    <a:pt x="4773" y="22858"/>
                  </a:cubicBezTo>
                  <a:cubicBezTo>
                    <a:pt x="6657" y="24682"/>
                    <a:pt x="5381" y="26718"/>
                    <a:pt x="8846" y="29089"/>
                  </a:cubicBezTo>
                  <a:cubicBezTo>
                    <a:pt x="12341" y="31460"/>
                    <a:pt x="13071" y="31369"/>
                    <a:pt x="14621" y="33132"/>
                  </a:cubicBezTo>
                  <a:cubicBezTo>
                    <a:pt x="15350" y="33952"/>
                    <a:pt x="16293" y="34317"/>
                    <a:pt x="17083" y="34712"/>
                  </a:cubicBezTo>
                  <a:lnTo>
                    <a:pt x="39485" y="34712"/>
                  </a:lnTo>
                  <a:cubicBezTo>
                    <a:pt x="39758" y="34074"/>
                    <a:pt x="40184" y="33557"/>
                    <a:pt x="40731" y="33162"/>
                  </a:cubicBezTo>
                  <a:cubicBezTo>
                    <a:pt x="42615" y="31886"/>
                    <a:pt x="44318" y="31399"/>
                    <a:pt x="44561" y="289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71;p8">
              <a:extLst>
                <a:ext uri="{FF2B5EF4-FFF2-40B4-BE49-F238E27FC236}">
                  <a16:creationId xmlns:a16="http://schemas.microsoft.com/office/drawing/2014/main" id="{BE63DB37-6480-3EF8-F65D-B0A7B713F9AD}"/>
                </a:ext>
              </a:extLst>
            </p:cNvPr>
            <p:cNvSpPr/>
            <p:nvPr/>
          </p:nvSpPr>
          <p:spPr>
            <a:xfrm>
              <a:off x="4102175" y="4979075"/>
              <a:ext cx="622375" cy="240925"/>
            </a:xfrm>
            <a:custGeom>
              <a:avLst/>
              <a:gdLst/>
              <a:ahLst/>
              <a:cxnLst/>
              <a:rect l="l" t="t" r="r" b="b"/>
              <a:pathLst>
                <a:path w="24895" h="9637" extrusionOk="0">
                  <a:moveTo>
                    <a:pt x="11824" y="1916"/>
                  </a:moveTo>
                  <a:cubicBezTo>
                    <a:pt x="8146" y="2098"/>
                    <a:pt x="3952" y="2372"/>
                    <a:pt x="2736" y="1186"/>
                  </a:cubicBezTo>
                  <a:cubicBezTo>
                    <a:pt x="1550" y="1"/>
                    <a:pt x="0" y="791"/>
                    <a:pt x="0" y="791"/>
                  </a:cubicBezTo>
                  <a:cubicBezTo>
                    <a:pt x="0" y="791"/>
                    <a:pt x="2462" y="1521"/>
                    <a:pt x="3101" y="3466"/>
                  </a:cubicBezTo>
                  <a:cubicBezTo>
                    <a:pt x="3739" y="5655"/>
                    <a:pt x="4681" y="7752"/>
                    <a:pt x="5958" y="9636"/>
                  </a:cubicBezTo>
                  <a:lnTo>
                    <a:pt x="24894" y="9636"/>
                  </a:lnTo>
                  <a:cubicBezTo>
                    <a:pt x="22736" y="7448"/>
                    <a:pt x="21338" y="7114"/>
                    <a:pt x="18602" y="6050"/>
                  </a:cubicBezTo>
                  <a:cubicBezTo>
                    <a:pt x="15563" y="4864"/>
                    <a:pt x="15472" y="1734"/>
                    <a:pt x="11824" y="19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72;p8">
              <a:extLst>
                <a:ext uri="{FF2B5EF4-FFF2-40B4-BE49-F238E27FC236}">
                  <a16:creationId xmlns:a16="http://schemas.microsoft.com/office/drawing/2014/main" id="{276C8C39-D037-1E18-AC39-25373A5B2255}"/>
                </a:ext>
              </a:extLst>
            </p:cNvPr>
            <p:cNvSpPr/>
            <p:nvPr/>
          </p:nvSpPr>
          <p:spPr>
            <a:xfrm>
              <a:off x="5469225" y="4964650"/>
              <a:ext cx="341975" cy="255350"/>
            </a:xfrm>
            <a:custGeom>
              <a:avLst/>
              <a:gdLst/>
              <a:ahLst/>
              <a:cxnLst/>
              <a:rect l="l" t="t" r="r" b="b"/>
              <a:pathLst>
                <a:path w="13679" h="10214" extrusionOk="0">
                  <a:moveTo>
                    <a:pt x="12401" y="0"/>
                  </a:moveTo>
                  <a:cubicBezTo>
                    <a:pt x="12401" y="0"/>
                    <a:pt x="12128" y="3010"/>
                    <a:pt x="9818" y="3374"/>
                  </a:cubicBezTo>
                  <a:cubicBezTo>
                    <a:pt x="7538" y="3709"/>
                    <a:pt x="4559" y="3769"/>
                    <a:pt x="4134" y="6019"/>
                  </a:cubicBezTo>
                  <a:cubicBezTo>
                    <a:pt x="3708" y="8268"/>
                    <a:pt x="3860" y="9058"/>
                    <a:pt x="2614" y="9332"/>
                  </a:cubicBezTo>
                  <a:cubicBezTo>
                    <a:pt x="1702" y="9514"/>
                    <a:pt x="669" y="9605"/>
                    <a:pt x="0" y="10213"/>
                  </a:cubicBezTo>
                  <a:lnTo>
                    <a:pt x="10578" y="10213"/>
                  </a:lnTo>
                  <a:cubicBezTo>
                    <a:pt x="10882" y="8238"/>
                    <a:pt x="12249" y="7873"/>
                    <a:pt x="12949" y="6535"/>
                  </a:cubicBezTo>
                  <a:cubicBezTo>
                    <a:pt x="13678" y="5107"/>
                    <a:pt x="12401" y="0"/>
                    <a:pt x="12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73;p8">
              <a:extLst>
                <a:ext uri="{FF2B5EF4-FFF2-40B4-BE49-F238E27FC236}">
                  <a16:creationId xmlns:a16="http://schemas.microsoft.com/office/drawing/2014/main" id="{C7667E5B-884E-11D6-A7C9-2C16797ECD71}"/>
                </a:ext>
              </a:extLst>
            </p:cNvPr>
            <p:cNvSpPr/>
            <p:nvPr/>
          </p:nvSpPr>
          <p:spPr>
            <a:xfrm>
              <a:off x="4102175" y="4352175"/>
              <a:ext cx="1686225" cy="867825"/>
            </a:xfrm>
            <a:custGeom>
              <a:avLst/>
              <a:gdLst/>
              <a:ahLst/>
              <a:cxnLst/>
              <a:rect l="l" t="t" r="r" b="b"/>
              <a:pathLst>
                <a:path w="67449" h="34713" extrusionOk="0">
                  <a:moveTo>
                    <a:pt x="1186" y="25624"/>
                  </a:moveTo>
                  <a:cubicBezTo>
                    <a:pt x="760" y="25624"/>
                    <a:pt x="365" y="25715"/>
                    <a:pt x="0" y="25898"/>
                  </a:cubicBezTo>
                  <a:cubicBezTo>
                    <a:pt x="0" y="25898"/>
                    <a:pt x="152" y="25928"/>
                    <a:pt x="426" y="26050"/>
                  </a:cubicBezTo>
                  <a:cubicBezTo>
                    <a:pt x="471" y="26043"/>
                    <a:pt x="518" y="26040"/>
                    <a:pt x="566" y="26040"/>
                  </a:cubicBezTo>
                  <a:cubicBezTo>
                    <a:pt x="2167" y="26040"/>
                    <a:pt x="5290" y="29364"/>
                    <a:pt x="5319" y="29393"/>
                  </a:cubicBezTo>
                  <a:lnTo>
                    <a:pt x="5350" y="29424"/>
                  </a:lnTo>
                  <a:lnTo>
                    <a:pt x="5441" y="29454"/>
                  </a:lnTo>
                  <a:cubicBezTo>
                    <a:pt x="5441" y="29454"/>
                    <a:pt x="10882" y="31247"/>
                    <a:pt x="12493" y="33405"/>
                  </a:cubicBezTo>
                  <a:cubicBezTo>
                    <a:pt x="12858" y="33922"/>
                    <a:pt x="13313" y="34348"/>
                    <a:pt x="13800" y="34712"/>
                  </a:cubicBezTo>
                  <a:lnTo>
                    <a:pt x="14924" y="34712"/>
                  </a:lnTo>
                  <a:cubicBezTo>
                    <a:pt x="14165" y="34348"/>
                    <a:pt x="13465" y="33770"/>
                    <a:pt x="12949" y="33071"/>
                  </a:cubicBezTo>
                  <a:cubicBezTo>
                    <a:pt x="11338" y="30913"/>
                    <a:pt x="6322" y="29150"/>
                    <a:pt x="5684" y="28937"/>
                  </a:cubicBezTo>
                  <a:cubicBezTo>
                    <a:pt x="5289" y="28572"/>
                    <a:pt x="2979" y="26171"/>
                    <a:pt x="1186" y="25624"/>
                  </a:cubicBezTo>
                  <a:close/>
                  <a:moveTo>
                    <a:pt x="13982" y="12615"/>
                  </a:moveTo>
                  <a:cubicBezTo>
                    <a:pt x="13405" y="12736"/>
                    <a:pt x="12858" y="12980"/>
                    <a:pt x="12402" y="13314"/>
                  </a:cubicBezTo>
                  <a:cubicBezTo>
                    <a:pt x="12638" y="13292"/>
                    <a:pt x="12874" y="13271"/>
                    <a:pt x="13100" y="13271"/>
                  </a:cubicBezTo>
                  <a:cubicBezTo>
                    <a:pt x="13194" y="13271"/>
                    <a:pt x="13285" y="13275"/>
                    <a:pt x="13374" y="13283"/>
                  </a:cubicBezTo>
                  <a:cubicBezTo>
                    <a:pt x="13648" y="13223"/>
                    <a:pt x="13921" y="13192"/>
                    <a:pt x="14195" y="13192"/>
                  </a:cubicBezTo>
                  <a:cubicBezTo>
                    <a:pt x="14742" y="13192"/>
                    <a:pt x="15259" y="13375"/>
                    <a:pt x="15715" y="13709"/>
                  </a:cubicBezTo>
                  <a:cubicBezTo>
                    <a:pt x="16079" y="14043"/>
                    <a:pt x="16383" y="14439"/>
                    <a:pt x="16596" y="14894"/>
                  </a:cubicBezTo>
                  <a:cubicBezTo>
                    <a:pt x="16779" y="15350"/>
                    <a:pt x="16900" y="15837"/>
                    <a:pt x="16900" y="16353"/>
                  </a:cubicBezTo>
                  <a:cubicBezTo>
                    <a:pt x="16900" y="17296"/>
                    <a:pt x="17721" y="18116"/>
                    <a:pt x="18481" y="18876"/>
                  </a:cubicBezTo>
                  <a:cubicBezTo>
                    <a:pt x="19028" y="19393"/>
                    <a:pt x="19545" y="19940"/>
                    <a:pt x="19666" y="20396"/>
                  </a:cubicBezTo>
                  <a:cubicBezTo>
                    <a:pt x="19849" y="21095"/>
                    <a:pt x="20791" y="22220"/>
                    <a:pt x="22159" y="23314"/>
                  </a:cubicBezTo>
                  <a:cubicBezTo>
                    <a:pt x="23496" y="24347"/>
                    <a:pt x="24955" y="25229"/>
                    <a:pt x="26536" y="25867"/>
                  </a:cubicBezTo>
                  <a:cubicBezTo>
                    <a:pt x="28268" y="26597"/>
                    <a:pt x="29727" y="28147"/>
                    <a:pt x="31034" y="30031"/>
                  </a:cubicBezTo>
                  <a:cubicBezTo>
                    <a:pt x="32037" y="31521"/>
                    <a:pt x="32949" y="33071"/>
                    <a:pt x="33739" y="34682"/>
                  </a:cubicBezTo>
                  <a:lnTo>
                    <a:pt x="34378" y="34712"/>
                  </a:lnTo>
                  <a:cubicBezTo>
                    <a:pt x="33527" y="32980"/>
                    <a:pt x="32554" y="31308"/>
                    <a:pt x="31490" y="29697"/>
                  </a:cubicBezTo>
                  <a:cubicBezTo>
                    <a:pt x="30122" y="27752"/>
                    <a:pt x="28572" y="26141"/>
                    <a:pt x="26748" y="25381"/>
                  </a:cubicBezTo>
                  <a:cubicBezTo>
                    <a:pt x="25229" y="24743"/>
                    <a:pt x="23800" y="23892"/>
                    <a:pt x="22523" y="22888"/>
                  </a:cubicBezTo>
                  <a:cubicBezTo>
                    <a:pt x="21216" y="21855"/>
                    <a:pt x="20365" y="20852"/>
                    <a:pt x="20213" y="20244"/>
                  </a:cubicBezTo>
                  <a:cubicBezTo>
                    <a:pt x="20031" y="19636"/>
                    <a:pt x="19453" y="19059"/>
                    <a:pt x="18876" y="18481"/>
                  </a:cubicBezTo>
                  <a:cubicBezTo>
                    <a:pt x="18207" y="17782"/>
                    <a:pt x="17478" y="17083"/>
                    <a:pt x="17478" y="16353"/>
                  </a:cubicBezTo>
                  <a:cubicBezTo>
                    <a:pt x="17478" y="15776"/>
                    <a:pt x="17326" y="15198"/>
                    <a:pt x="17113" y="14682"/>
                  </a:cubicBezTo>
                  <a:cubicBezTo>
                    <a:pt x="16870" y="14135"/>
                    <a:pt x="16505" y="13648"/>
                    <a:pt x="16049" y="13283"/>
                  </a:cubicBezTo>
                  <a:cubicBezTo>
                    <a:pt x="15532" y="12828"/>
                    <a:pt x="14864" y="12615"/>
                    <a:pt x="14195" y="12615"/>
                  </a:cubicBezTo>
                  <a:close/>
                  <a:moveTo>
                    <a:pt x="32280" y="1"/>
                  </a:moveTo>
                  <a:cubicBezTo>
                    <a:pt x="32280" y="1"/>
                    <a:pt x="32128" y="305"/>
                    <a:pt x="31916" y="852"/>
                  </a:cubicBezTo>
                  <a:cubicBezTo>
                    <a:pt x="31672" y="4590"/>
                    <a:pt x="33557" y="7964"/>
                    <a:pt x="35198" y="10882"/>
                  </a:cubicBezTo>
                  <a:cubicBezTo>
                    <a:pt x="36353" y="12949"/>
                    <a:pt x="37356" y="14742"/>
                    <a:pt x="37356" y="16201"/>
                  </a:cubicBezTo>
                  <a:cubicBezTo>
                    <a:pt x="37417" y="18177"/>
                    <a:pt x="37812" y="20153"/>
                    <a:pt x="38572" y="21977"/>
                  </a:cubicBezTo>
                  <a:cubicBezTo>
                    <a:pt x="39332" y="23922"/>
                    <a:pt x="40274" y="25806"/>
                    <a:pt x="41369" y="27600"/>
                  </a:cubicBezTo>
                  <a:cubicBezTo>
                    <a:pt x="42220" y="29028"/>
                    <a:pt x="42706" y="31855"/>
                    <a:pt x="42980" y="34712"/>
                  </a:cubicBezTo>
                  <a:lnTo>
                    <a:pt x="43557" y="34712"/>
                  </a:lnTo>
                  <a:cubicBezTo>
                    <a:pt x="43253" y="31764"/>
                    <a:pt x="42767" y="28816"/>
                    <a:pt x="41855" y="27296"/>
                  </a:cubicBezTo>
                  <a:cubicBezTo>
                    <a:pt x="40791" y="25533"/>
                    <a:pt x="39879" y="23679"/>
                    <a:pt x="39089" y="21794"/>
                  </a:cubicBezTo>
                  <a:cubicBezTo>
                    <a:pt x="38360" y="20001"/>
                    <a:pt x="37964" y="18116"/>
                    <a:pt x="37934" y="16201"/>
                  </a:cubicBezTo>
                  <a:cubicBezTo>
                    <a:pt x="37934" y="14590"/>
                    <a:pt x="36901" y="12736"/>
                    <a:pt x="35715" y="10609"/>
                  </a:cubicBezTo>
                  <a:cubicBezTo>
                    <a:pt x="34043" y="7660"/>
                    <a:pt x="32128" y="4256"/>
                    <a:pt x="32493" y="548"/>
                  </a:cubicBezTo>
                  <a:cubicBezTo>
                    <a:pt x="32372" y="183"/>
                    <a:pt x="32280" y="1"/>
                    <a:pt x="32280" y="1"/>
                  </a:cubicBezTo>
                  <a:close/>
                  <a:moveTo>
                    <a:pt x="50366" y="5867"/>
                  </a:moveTo>
                  <a:lnTo>
                    <a:pt x="50366" y="5867"/>
                  </a:lnTo>
                  <a:cubicBezTo>
                    <a:pt x="50366" y="5867"/>
                    <a:pt x="50639" y="6201"/>
                    <a:pt x="51004" y="6688"/>
                  </a:cubicBezTo>
                  <a:cubicBezTo>
                    <a:pt x="52098" y="7751"/>
                    <a:pt x="52858" y="9119"/>
                    <a:pt x="53223" y="10578"/>
                  </a:cubicBezTo>
                  <a:cubicBezTo>
                    <a:pt x="53588" y="12098"/>
                    <a:pt x="53588" y="13466"/>
                    <a:pt x="53375" y="13861"/>
                  </a:cubicBezTo>
                  <a:lnTo>
                    <a:pt x="53375" y="13891"/>
                  </a:lnTo>
                  <a:cubicBezTo>
                    <a:pt x="52858" y="14651"/>
                    <a:pt x="52646" y="15594"/>
                    <a:pt x="52828" y="16505"/>
                  </a:cubicBezTo>
                  <a:cubicBezTo>
                    <a:pt x="53010" y="17539"/>
                    <a:pt x="53497" y="18451"/>
                    <a:pt x="54226" y="19211"/>
                  </a:cubicBezTo>
                  <a:cubicBezTo>
                    <a:pt x="55260" y="20335"/>
                    <a:pt x="54226" y="22341"/>
                    <a:pt x="53314" y="24104"/>
                  </a:cubicBezTo>
                  <a:cubicBezTo>
                    <a:pt x="52585" y="25472"/>
                    <a:pt x="51946" y="26749"/>
                    <a:pt x="52250" y="27630"/>
                  </a:cubicBezTo>
                  <a:cubicBezTo>
                    <a:pt x="52767" y="28998"/>
                    <a:pt x="51642" y="30335"/>
                    <a:pt x="49971" y="32372"/>
                  </a:cubicBezTo>
                  <a:cubicBezTo>
                    <a:pt x="49606" y="32797"/>
                    <a:pt x="49211" y="33253"/>
                    <a:pt x="48816" y="33740"/>
                  </a:cubicBezTo>
                  <a:cubicBezTo>
                    <a:pt x="48572" y="34044"/>
                    <a:pt x="48329" y="34348"/>
                    <a:pt x="48086" y="34712"/>
                  </a:cubicBezTo>
                  <a:lnTo>
                    <a:pt x="48816" y="34712"/>
                  </a:lnTo>
                  <a:cubicBezTo>
                    <a:pt x="48998" y="34500"/>
                    <a:pt x="49150" y="34287"/>
                    <a:pt x="49302" y="34104"/>
                  </a:cubicBezTo>
                  <a:cubicBezTo>
                    <a:pt x="49667" y="33618"/>
                    <a:pt x="50062" y="33162"/>
                    <a:pt x="50427" y="32706"/>
                  </a:cubicBezTo>
                  <a:cubicBezTo>
                    <a:pt x="52250" y="30548"/>
                    <a:pt x="53436" y="29089"/>
                    <a:pt x="52828" y="27448"/>
                  </a:cubicBezTo>
                  <a:cubicBezTo>
                    <a:pt x="52615" y="26810"/>
                    <a:pt x="53223" y="25624"/>
                    <a:pt x="53861" y="24347"/>
                  </a:cubicBezTo>
                  <a:cubicBezTo>
                    <a:pt x="54864" y="22433"/>
                    <a:pt x="55989" y="20274"/>
                    <a:pt x="54682" y="18815"/>
                  </a:cubicBezTo>
                  <a:cubicBezTo>
                    <a:pt x="54044" y="18147"/>
                    <a:pt x="53618" y="17326"/>
                    <a:pt x="53436" y="16414"/>
                  </a:cubicBezTo>
                  <a:cubicBezTo>
                    <a:pt x="53284" y="15654"/>
                    <a:pt x="53436" y="14864"/>
                    <a:pt x="53861" y="14195"/>
                  </a:cubicBezTo>
                  <a:lnTo>
                    <a:pt x="53861" y="14165"/>
                  </a:lnTo>
                  <a:cubicBezTo>
                    <a:pt x="54135" y="13679"/>
                    <a:pt x="54196" y="12128"/>
                    <a:pt x="53770" y="10457"/>
                  </a:cubicBezTo>
                  <a:cubicBezTo>
                    <a:pt x="53405" y="8937"/>
                    <a:pt x="52646" y="7569"/>
                    <a:pt x="51582" y="6444"/>
                  </a:cubicBezTo>
                  <a:cubicBezTo>
                    <a:pt x="51187" y="6232"/>
                    <a:pt x="50761" y="6049"/>
                    <a:pt x="50366" y="5867"/>
                  </a:cubicBezTo>
                  <a:close/>
                  <a:moveTo>
                    <a:pt x="67083" y="24499"/>
                  </a:moveTo>
                  <a:cubicBezTo>
                    <a:pt x="67053" y="24834"/>
                    <a:pt x="66992" y="25138"/>
                    <a:pt x="66901" y="25442"/>
                  </a:cubicBezTo>
                  <a:cubicBezTo>
                    <a:pt x="66901" y="27600"/>
                    <a:pt x="65624" y="28785"/>
                    <a:pt x="64652" y="29727"/>
                  </a:cubicBezTo>
                  <a:cubicBezTo>
                    <a:pt x="64044" y="30275"/>
                    <a:pt x="63558" y="30731"/>
                    <a:pt x="63466" y="31308"/>
                  </a:cubicBezTo>
                  <a:cubicBezTo>
                    <a:pt x="63345" y="31946"/>
                    <a:pt x="62980" y="32554"/>
                    <a:pt x="62494" y="33010"/>
                  </a:cubicBezTo>
                  <a:cubicBezTo>
                    <a:pt x="61825" y="33618"/>
                    <a:pt x="61065" y="34135"/>
                    <a:pt x="60214" y="34469"/>
                  </a:cubicBezTo>
                  <a:lnTo>
                    <a:pt x="59819" y="34652"/>
                  </a:lnTo>
                  <a:lnTo>
                    <a:pt x="59697" y="34712"/>
                  </a:lnTo>
                  <a:lnTo>
                    <a:pt x="61035" y="34712"/>
                  </a:lnTo>
                  <a:cubicBezTo>
                    <a:pt x="61703" y="34378"/>
                    <a:pt x="62342" y="33952"/>
                    <a:pt x="62889" y="33436"/>
                  </a:cubicBezTo>
                  <a:cubicBezTo>
                    <a:pt x="63466" y="32889"/>
                    <a:pt x="63862" y="32190"/>
                    <a:pt x="64014" y="31399"/>
                  </a:cubicBezTo>
                  <a:cubicBezTo>
                    <a:pt x="64105" y="31004"/>
                    <a:pt x="64530" y="30639"/>
                    <a:pt x="65047" y="30123"/>
                  </a:cubicBezTo>
                  <a:cubicBezTo>
                    <a:pt x="66020" y="29241"/>
                    <a:pt x="67235" y="28056"/>
                    <a:pt x="67448" y="26080"/>
                  </a:cubicBezTo>
                  <a:cubicBezTo>
                    <a:pt x="67266" y="25168"/>
                    <a:pt x="67083" y="24499"/>
                    <a:pt x="67083" y="244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935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cion y anal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C0AF9A-55AE-DA3B-9DDE-4546B769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1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8E35EE-4926-43F0-948C-26B009DDF7D7}" type="datetimeFigureOut">
              <a:rPr lang="es-419" smtClean="0"/>
              <a:t>18/4/2026</a:t>
            </a:fld>
            <a:endParaRPr lang="es-419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A3BD598-857B-6459-3FEF-8528BF819DDD}"/>
              </a:ext>
            </a:extLst>
          </p:cNvPr>
          <p:cNvSpPr txBox="1">
            <a:spLocks/>
          </p:cNvSpPr>
          <p:nvPr userDrawn="1"/>
        </p:nvSpPr>
        <p:spPr>
          <a:xfrm>
            <a:off x="1716087" y="3635300"/>
            <a:ext cx="3932237" cy="6604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E4EBB63A-A6C9-C513-AAC5-4890BC606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6088" y="4295774"/>
            <a:ext cx="3932237" cy="15732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B29DDB9-122F-BA13-41CD-44967939663B}"/>
              </a:ext>
            </a:extLst>
          </p:cNvPr>
          <p:cNvSpPr txBox="1">
            <a:spLocks/>
          </p:cNvSpPr>
          <p:nvPr userDrawn="1"/>
        </p:nvSpPr>
        <p:spPr>
          <a:xfrm>
            <a:off x="6543674" y="3635300"/>
            <a:ext cx="3932237" cy="6604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D5692390-2494-73E5-610A-1C01FEBD0B74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543675" y="4295774"/>
            <a:ext cx="3932237" cy="15732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8754C94E-FA25-B177-BB3B-C30074DDB15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716088" y="1533893"/>
            <a:ext cx="8759824" cy="20566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12567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A1183A-2CA6-48E8-2CCF-7E13C959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121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8E35EE-4926-43F0-948C-26B009DDF7D7}" type="datetimeFigureOut">
              <a:rPr lang="es-419" smtClean="0"/>
              <a:t>18/4/2026</a:t>
            </a:fld>
            <a:endParaRPr lang="es-419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8522574-149A-0A44-D6D8-903FAB448FAA}"/>
              </a:ext>
            </a:extLst>
          </p:cNvPr>
          <p:cNvSpPr txBox="1">
            <a:spLocks/>
          </p:cNvSpPr>
          <p:nvPr userDrawn="1"/>
        </p:nvSpPr>
        <p:spPr>
          <a:xfrm>
            <a:off x="2277194" y="3165331"/>
            <a:ext cx="2133600" cy="6604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>
                <a:latin typeface="Montserrat Medium" pitchFamily="2" charset="0"/>
              </a:rPr>
              <a:t>Haga clic para modificar el estilo de título del patrón</a:t>
            </a:r>
            <a:endParaRPr lang="es-419" dirty="0">
              <a:latin typeface="Montserrat Medium" pitchFamily="2" charset="0"/>
            </a:endParaRP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DED2D85-6FA7-2C15-54EC-1CA4CA71868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277195" y="3825806"/>
            <a:ext cx="2133600" cy="14859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AD2638B1-1E38-72C4-BB77-4FA3EEBE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193" y="2018859"/>
            <a:ext cx="7732861" cy="624150"/>
          </a:xfrm>
        </p:spPr>
        <p:txBody>
          <a:bodyPr anchor="b">
            <a:noAutofit/>
          </a:bodyPr>
          <a:lstStyle>
            <a:lvl1pPr algn="ctr">
              <a:defRPr sz="2800"/>
            </a:lvl1pPr>
          </a:lstStyle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EC9D53-F8AA-DA26-D50C-52BD973E8E9C}"/>
              </a:ext>
            </a:extLst>
          </p:cNvPr>
          <p:cNvSpPr txBox="1">
            <a:spLocks/>
          </p:cNvSpPr>
          <p:nvPr userDrawn="1"/>
        </p:nvSpPr>
        <p:spPr>
          <a:xfrm>
            <a:off x="5029200" y="3165331"/>
            <a:ext cx="2133600" cy="6604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>
                <a:latin typeface="Montserrat Medium" pitchFamily="2" charset="0"/>
              </a:rPr>
              <a:t>Haga clic para modificar el estilo de título del patrón</a:t>
            </a:r>
            <a:endParaRPr lang="es-419" dirty="0">
              <a:latin typeface="Montserrat Medium" pitchFamily="2" charset="0"/>
            </a:endParaRP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F4CF50AD-6EA4-9C65-4B7F-15683176FE3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5029200" y="3825806"/>
            <a:ext cx="2133600" cy="14859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F13AE6C-8F02-4B6C-AB0C-D34C56119D81}"/>
              </a:ext>
            </a:extLst>
          </p:cNvPr>
          <p:cNvSpPr txBox="1">
            <a:spLocks/>
          </p:cNvSpPr>
          <p:nvPr userDrawn="1"/>
        </p:nvSpPr>
        <p:spPr>
          <a:xfrm>
            <a:off x="7876454" y="3165331"/>
            <a:ext cx="2133600" cy="6604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>
                <a:latin typeface="Montserrat Medium" pitchFamily="2" charset="0"/>
              </a:rPr>
              <a:t>Haga clic para modificar el estilo de título del patrón</a:t>
            </a:r>
            <a:endParaRPr lang="es-419" dirty="0">
              <a:latin typeface="Montserrat Medium" pitchFamily="2" charset="0"/>
            </a:endParaRP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12230183-9CFE-2F78-6325-B21E286CB0B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876455" y="3825806"/>
            <a:ext cx="2133600" cy="14859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grpSp>
        <p:nvGrpSpPr>
          <p:cNvPr id="12" name="Google Shape;809;p8">
            <a:extLst>
              <a:ext uri="{FF2B5EF4-FFF2-40B4-BE49-F238E27FC236}">
                <a16:creationId xmlns:a16="http://schemas.microsoft.com/office/drawing/2014/main" id="{D5A719F6-2B2B-BE99-4EB6-2D1C8CAA8965}"/>
              </a:ext>
            </a:extLst>
          </p:cNvPr>
          <p:cNvGrpSpPr/>
          <p:nvPr userDrawn="1"/>
        </p:nvGrpSpPr>
        <p:grpSpPr>
          <a:xfrm>
            <a:off x="112879" y="5270746"/>
            <a:ext cx="2899880" cy="1587254"/>
            <a:chOff x="1580075" y="4143975"/>
            <a:chExt cx="1965875" cy="1076025"/>
          </a:xfrm>
        </p:grpSpPr>
        <p:sp>
          <p:nvSpPr>
            <p:cNvPr id="13" name="Google Shape;810;p8">
              <a:extLst>
                <a:ext uri="{FF2B5EF4-FFF2-40B4-BE49-F238E27FC236}">
                  <a16:creationId xmlns:a16="http://schemas.microsoft.com/office/drawing/2014/main" id="{F155A594-7325-7006-A657-16C19A8E72C7}"/>
                </a:ext>
              </a:extLst>
            </p:cNvPr>
            <p:cNvSpPr/>
            <p:nvPr/>
          </p:nvSpPr>
          <p:spPr>
            <a:xfrm>
              <a:off x="2039050" y="4668300"/>
              <a:ext cx="800200" cy="551700"/>
            </a:xfrm>
            <a:custGeom>
              <a:avLst/>
              <a:gdLst/>
              <a:ahLst/>
              <a:cxnLst/>
              <a:rect l="l" t="t" r="r" b="b"/>
              <a:pathLst>
                <a:path w="32008" h="22068" extrusionOk="0">
                  <a:moveTo>
                    <a:pt x="1" y="22067"/>
                  </a:moveTo>
                  <a:cubicBezTo>
                    <a:pt x="2524" y="19514"/>
                    <a:pt x="5198" y="17113"/>
                    <a:pt x="8056" y="14924"/>
                  </a:cubicBezTo>
                  <a:cubicBezTo>
                    <a:pt x="27539" y="0"/>
                    <a:pt x="30670" y="122"/>
                    <a:pt x="30670" y="122"/>
                  </a:cubicBezTo>
                  <a:cubicBezTo>
                    <a:pt x="30670" y="122"/>
                    <a:pt x="32007" y="122"/>
                    <a:pt x="29059" y="1490"/>
                  </a:cubicBezTo>
                  <a:cubicBezTo>
                    <a:pt x="26141" y="2857"/>
                    <a:pt x="17630" y="8845"/>
                    <a:pt x="7509" y="16870"/>
                  </a:cubicBezTo>
                  <a:cubicBezTo>
                    <a:pt x="5381" y="18541"/>
                    <a:pt x="3405" y="20274"/>
                    <a:pt x="1551" y="22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11;p8">
              <a:extLst>
                <a:ext uri="{FF2B5EF4-FFF2-40B4-BE49-F238E27FC236}">
                  <a16:creationId xmlns:a16="http://schemas.microsoft.com/office/drawing/2014/main" id="{7E719B86-654E-D085-D875-E68345443836}"/>
                </a:ext>
              </a:extLst>
            </p:cNvPr>
            <p:cNvSpPr/>
            <p:nvPr/>
          </p:nvSpPr>
          <p:spPr>
            <a:xfrm>
              <a:off x="2159875" y="4411450"/>
              <a:ext cx="103375" cy="648200"/>
            </a:xfrm>
            <a:custGeom>
              <a:avLst/>
              <a:gdLst/>
              <a:ahLst/>
              <a:cxnLst/>
              <a:rect l="l" t="t" r="r" b="b"/>
              <a:pathLst>
                <a:path w="4135" h="25928" extrusionOk="0">
                  <a:moveTo>
                    <a:pt x="3891" y="20943"/>
                  </a:moveTo>
                  <a:cubicBezTo>
                    <a:pt x="3527" y="17903"/>
                    <a:pt x="2493" y="15198"/>
                    <a:pt x="2797" y="9666"/>
                  </a:cubicBezTo>
                  <a:cubicBezTo>
                    <a:pt x="3010" y="6353"/>
                    <a:pt x="2372" y="3040"/>
                    <a:pt x="1004" y="0"/>
                  </a:cubicBezTo>
                  <a:cubicBezTo>
                    <a:pt x="1156" y="1338"/>
                    <a:pt x="1217" y="2675"/>
                    <a:pt x="1186" y="4013"/>
                  </a:cubicBezTo>
                  <a:cubicBezTo>
                    <a:pt x="1156" y="6232"/>
                    <a:pt x="396" y="8329"/>
                    <a:pt x="122" y="14742"/>
                  </a:cubicBezTo>
                  <a:cubicBezTo>
                    <a:pt x="1" y="18633"/>
                    <a:pt x="943" y="22524"/>
                    <a:pt x="2858" y="25928"/>
                  </a:cubicBezTo>
                  <a:cubicBezTo>
                    <a:pt x="3770" y="24439"/>
                    <a:pt x="4135" y="22676"/>
                    <a:pt x="3891" y="209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12;p8">
              <a:extLst>
                <a:ext uri="{FF2B5EF4-FFF2-40B4-BE49-F238E27FC236}">
                  <a16:creationId xmlns:a16="http://schemas.microsoft.com/office/drawing/2014/main" id="{17F54331-1F53-2C5D-9183-178E2135F2EE}"/>
                </a:ext>
              </a:extLst>
            </p:cNvPr>
            <p:cNvSpPr/>
            <p:nvPr/>
          </p:nvSpPr>
          <p:spPr>
            <a:xfrm>
              <a:off x="2262475" y="4308100"/>
              <a:ext cx="132250" cy="681650"/>
            </a:xfrm>
            <a:custGeom>
              <a:avLst/>
              <a:gdLst/>
              <a:ahLst/>
              <a:cxnLst/>
              <a:rect l="l" t="t" r="r" b="b"/>
              <a:pathLst>
                <a:path w="5290" h="27266" extrusionOk="0">
                  <a:moveTo>
                    <a:pt x="2219" y="13709"/>
                  </a:moveTo>
                  <a:cubicBezTo>
                    <a:pt x="1034" y="8755"/>
                    <a:pt x="3526" y="1"/>
                    <a:pt x="3526" y="1"/>
                  </a:cubicBezTo>
                  <a:cubicBezTo>
                    <a:pt x="3526" y="1"/>
                    <a:pt x="335" y="5624"/>
                    <a:pt x="183" y="12098"/>
                  </a:cubicBezTo>
                  <a:cubicBezTo>
                    <a:pt x="0" y="18572"/>
                    <a:pt x="2705" y="27265"/>
                    <a:pt x="2705" y="27265"/>
                  </a:cubicBezTo>
                  <a:cubicBezTo>
                    <a:pt x="5289" y="25107"/>
                    <a:pt x="3374" y="18664"/>
                    <a:pt x="2219" y="137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13;p8">
              <a:extLst>
                <a:ext uri="{FF2B5EF4-FFF2-40B4-BE49-F238E27FC236}">
                  <a16:creationId xmlns:a16="http://schemas.microsoft.com/office/drawing/2014/main" id="{35AFD3F4-344A-DCD8-AD48-81853B62D73C}"/>
                </a:ext>
              </a:extLst>
            </p:cNvPr>
            <p:cNvSpPr/>
            <p:nvPr/>
          </p:nvSpPr>
          <p:spPr>
            <a:xfrm>
              <a:off x="1580075" y="5118900"/>
              <a:ext cx="292600" cy="101100"/>
            </a:xfrm>
            <a:custGeom>
              <a:avLst/>
              <a:gdLst/>
              <a:ahLst/>
              <a:cxnLst/>
              <a:rect l="l" t="t" r="r" b="b"/>
              <a:pathLst>
                <a:path w="11704" h="4044" extrusionOk="0">
                  <a:moveTo>
                    <a:pt x="1" y="1"/>
                  </a:moveTo>
                  <a:cubicBezTo>
                    <a:pt x="1612" y="1460"/>
                    <a:pt x="3344" y="2828"/>
                    <a:pt x="5168" y="4043"/>
                  </a:cubicBezTo>
                  <a:lnTo>
                    <a:pt x="11703" y="4043"/>
                  </a:lnTo>
                  <a:cubicBezTo>
                    <a:pt x="11247" y="3861"/>
                    <a:pt x="10791" y="3739"/>
                    <a:pt x="10305" y="3679"/>
                  </a:cubicBezTo>
                  <a:cubicBezTo>
                    <a:pt x="7326" y="322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14;p8">
              <a:extLst>
                <a:ext uri="{FF2B5EF4-FFF2-40B4-BE49-F238E27FC236}">
                  <a16:creationId xmlns:a16="http://schemas.microsoft.com/office/drawing/2014/main" id="{EAB0C79A-29FD-B996-73C7-7F0F69552625}"/>
                </a:ext>
              </a:extLst>
            </p:cNvPr>
            <p:cNvSpPr/>
            <p:nvPr/>
          </p:nvSpPr>
          <p:spPr>
            <a:xfrm>
              <a:off x="2569475" y="4144725"/>
              <a:ext cx="152000" cy="653525"/>
            </a:xfrm>
            <a:custGeom>
              <a:avLst/>
              <a:gdLst/>
              <a:ahLst/>
              <a:cxnLst/>
              <a:rect l="l" t="t" r="r" b="b"/>
              <a:pathLst>
                <a:path w="6080" h="26141" extrusionOk="0">
                  <a:moveTo>
                    <a:pt x="3708" y="14621"/>
                  </a:moveTo>
                  <a:cubicBezTo>
                    <a:pt x="3830" y="9119"/>
                    <a:pt x="6079" y="1"/>
                    <a:pt x="6079" y="1"/>
                  </a:cubicBezTo>
                  <a:cubicBezTo>
                    <a:pt x="4316" y="3648"/>
                    <a:pt x="2857" y="7478"/>
                    <a:pt x="1733" y="11399"/>
                  </a:cubicBezTo>
                  <a:cubicBezTo>
                    <a:pt x="0" y="17569"/>
                    <a:pt x="1033" y="26141"/>
                    <a:pt x="1033" y="26141"/>
                  </a:cubicBezTo>
                  <a:cubicBezTo>
                    <a:pt x="2432" y="25016"/>
                    <a:pt x="3556" y="20122"/>
                    <a:pt x="3708" y="146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15;p8">
              <a:extLst>
                <a:ext uri="{FF2B5EF4-FFF2-40B4-BE49-F238E27FC236}">
                  <a16:creationId xmlns:a16="http://schemas.microsoft.com/office/drawing/2014/main" id="{C16B4F4F-9243-0AEF-AE58-3149E2F8C072}"/>
                </a:ext>
              </a:extLst>
            </p:cNvPr>
            <p:cNvSpPr/>
            <p:nvPr/>
          </p:nvSpPr>
          <p:spPr>
            <a:xfrm>
              <a:off x="2697875" y="4143975"/>
              <a:ext cx="200650" cy="576775"/>
            </a:xfrm>
            <a:custGeom>
              <a:avLst/>
              <a:gdLst/>
              <a:ahLst/>
              <a:cxnLst/>
              <a:rect l="l" t="t" r="r" b="b"/>
              <a:pathLst>
                <a:path w="8026" h="23071" extrusionOk="0">
                  <a:moveTo>
                    <a:pt x="426" y="23070"/>
                  </a:moveTo>
                  <a:cubicBezTo>
                    <a:pt x="1764" y="22128"/>
                    <a:pt x="2524" y="18481"/>
                    <a:pt x="3770" y="12280"/>
                  </a:cubicBezTo>
                  <a:cubicBezTo>
                    <a:pt x="5016" y="6049"/>
                    <a:pt x="8025" y="0"/>
                    <a:pt x="8025" y="0"/>
                  </a:cubicBezTo>
                  <a:cubicBezTo>
                    <a:pt x="8025" y="0"/>
                    <a:pt x="5472" y="2493"/>
                    <a:pt x="2493" y="9636"/>
                  </a:cubicBezTo>
                  <a:cubicBezTo>
                    <a:pt x="730" y="13891"/>
                    <a:pt x="1" y="18481"/>
                    <a:pt x="426" y="230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16;p8">
              <a:extLst>
                <a:ext uri="{FF2B5EF4-FFF2-40B4-BE49-F238E27FC236}">
                  <a16:creationId xmlns:a16="http://schemas.microsoft.com/office/drawing/2014/main" id="{B0B0F3C2-7B83-189C-1670-B5E4BFDFDE89}"/>
                </a:ext>
              </a:extLst>
            </p:cNvPr>
            <p:cNvSpPr/>
            <p:nvPr/>
          </p:nvSpPr>
          <p:spPr>
            <a:xfrm>
              <a:off x="2776925" y="4262500"/>
              <a:ext cx="769025" cy="423300"/>
            </a:xfrm>
            <a:custGeom>
              <a:avLst/>
              <a:gdLst/>
              <a:ahLst/>
              <a:cxnLst/>
              <a:rect l="l" t="t" r="r" b="b"/>
              <a:pathLst>
                <a:path w="30761" h="16932" extrusionOk="0">
                  <a:moveTo>
                    <a:pt x="0" y="16931"/>
                  </a:moveTo>
                  <a:cubicBezTo>
                    <a:pt x="9271" y="15715"/>
                    <a:pt x="30761" y="1"/>
                    <a:pt x="30761" y="1"/>
                  </a:cubicBezTo>
                  <a:cubicBezTo>
                    <a:pt x="30761" y="1"/>
                    <a:pt x="18329" y="4712"/>
                    <a:pt x="10304" y="8664"/>
                  </a:cubicBezTo>
                  <a:cubicBezTo>
                    <a:pt x="2310" y="12615"/>
                    <a:pt x="0" y="16931"/>
                    <a:pt x="0" y="169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17;p8">
              <a:extLst>
                <a:ext uri="{FF2B5EF4-FFF2-40B4-BE49-F238E27FC236}">
                  <a16:creationId xmlns:a16="http://schemas.microsoft.com/office/drawing/2014/main" id="{773FA94D-48C5-5FBB-6DCE-0094F2E5DBCE}"/>
                </a:ext>
              </a:extLst>
            </p:cNvPr>
            <p:cNvSpPr/>
            <p:nvPr/>
          </p:nvSpPr>
          <p:spPr>
            <a:xfrm>
              <a:off x="1608950" y="4824075"/>
              <a:ext cx="379225" cy="395925"/>
            </a:xfrm>
            <a:custGeom>
              <a:avLst/>
              <a:gdLst/>
              <a:ahLst/>
              <a:cxnLst/>
              <a:rect l="l" t="t" r="r" b="b"/>
              <a:pathLst>
                <a:path w="15169" h="15837" extrusionOk="0">
                  <a:moveTo>
                    <a:pt x="1" y="0"/>
                  </a:moveTo>
                  <a:cubicBezTo>
                    <a:pt x="1" y="0"/>
                    <a:pt x="3892" y="7113"/>
                    <a:pt x="7873" y="11733"/>
                  </a:cubicBezTo>
                  <a:cubicBezTo>
                    <a:pt x="9241" y="13314"/>
                    <a:pt x="10822" y="14681"/>
                    <a:pt x="12554" y="15836"/>
                  </a:cubicBezTo>
                  <a:lnTo>
                    <a:pt x="15168" y="15836"/>
                  </a:lnTo>
                  <a:cubicBezTo>
                    <a:pt x="11490" y="103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8;p8">
              <a:extLst>
                <a:ext uri="{FF2B5EF4-FFF2-40B4-BE49-F238E27FC236}">
                  <a16:creationId xmlns:a16="http://schemas.microsoft.com/office/drawing/2014/main" id="{162A91A6-B899-4544-B2CF-AC5C0422A512}"/>
                </a:ext>
              </a:extLst>
            </p:cNvPr>
            <p:cNvSpPr/>
            <p:nvPr/>
          </p:nvSpPr>
          <p:spPr>
            <a:xfrm>
              <a:off x="2451675" y="4242750"/>
              <a:ext cx="91225" cy="648225"/>
            </a:xfrm>
            <a:custGeom>
              <a:avLst/>
              <a:gdLst/>
              <a:ahLst/>
              <a:cxnLst/>
              <a:rect l="l" t="t" r="r" b="b"/>
              <a:pathLst>
                <a:path w="3649" h="25929" extrusionOk="0">
                  <a:moveTo>
                    <a:pt x="3223" y="14165"/>
                  </a:moveTo>
                  <a:cubicBezTo>
                    <a:pt x="2797" y="9180"/>
                    <a:pt x="3223" y="1"/>
                    <a:pt x="3223" y="1"/>
                  </a:cubicBezTo>
                  <a:cubicBezTo>
                    <a:pt x="1916" y="3739"/>
                    <a:pt x="1065" y="7660"/>
                    <a:pt x="700" y="11612"/>
                  </a:cubicBezTo>
                  <a:cubicBezTo>
                    <a:pt x="1" y="18420"/>
                    <a:pt x="700" y="25928"/>
                    <a:pt x="700" y="25928"/>
                  </a:cubicBezTo>
                  <a:cubicBezTo>
                    <a:pt x="3040" y="23284"/>
                    <a:pt x="3648" y="19119"/>
                    <a:pt x="3223" y="141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19;p8">
              <a:extLst>
                <a:ext uri="{FF2B5EF4-FFF2-40B4-BE49-F238E27FC236}">
                  <a16:creationId xmlns:a16="http://schemas.microsoft.com/office/drawing/2014/main" id="{FFD78586-6AAF-CFC4-A892-7C6533F3DFF2}"/>
                </a:ext>
              </a:extLst>
            </p:cNvPr>
            <p:cNvSpPr/>
            <p:nvPr/>
          </p:nvSpPr>
          <p:spPr>
            <a:xfrm>
              <a:off x="1956225" y="4604450"/>
              <a:ext cx="215075" cy="524350"/>
            </a:xfrm>
            <a:custGeom>
              <a:avLst/>
              <a:gdLst/>
              <a:ahLst/>
              <a:cxnLst/>
              <a:rect l="l" t="t" r="r" b="b"/>
              <a:pathLst>
                <a:path w="8603" h="20974" extrusionOk="0">
                  <a:moveTo>
                    <a:pt x="7478" y="20974"/>
                  </a:moveTo>
                  <a:cubicBezTo>
                    <a:pt x="8603" y="19606"/>
                    <a:pt x="8177" y="16992"/>
                    <a:pt x="6110" y="12524"/>
                  </a:cubicBezTo>
                  <a:cubicBezTo>
                    <a:pt x="4074" y="8056"/>
                    <a:pt x="1" y="1"/>
                    <a:pt x="1" y="1"/>
                  </a:cubicBezTo>
                  <a:cubicBezTo>
                    <a:pt x="1" y="1"/>
                    <a:pt x="244" y="3040"/>
                    <a:pt x="1946" y="7873"/>
                  </a:cubicBezTo>
                  <a:cubicBezTo>
                    <a:pt x="3648" y="12676"/>
                    <a:pt x="7478" y="20974"/>
                    <a:pt x="7478" y="209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20;p8">
              <a:extLst>
                <a:ext uri="{FF2B5EF4-FFF2-40B4-BE49-F238E27FC236}">
                  <a16:creationId xmlns:a16="http://schemas.microsoft.com/office/drawing/2014/main" id="{D05DB596-83CA-05FE-BDB4-C7AB37842D0B}"/>
                </a:ext>
              </a:extLst>
            </p:cNvPr>
            <p:cNvSpPr/>
            <p:nvPr/>
          </p:nvSpPr>
          <p:spPr>
            <a:xfrm>
              <a:off x="2323250" y="4995050"/>
              <a:ext cx="504600" cy="224950"/>
            </a:xfrm>
            <a:custGeom>
              <a:avLst/>
              <a:gdLst/>
              <a:ahLst/>
              <a:cxnLst/>
              <a:rect l="l" t="t" r="r" b="b"/>
              <a:pathLst>
                <a:path w="20184" h="8998" extrusionOk="0">
                  <a:moveTo>
                    <a:pt x="1" y="0"/>
                  </a:moveTo>
                  <a:cubicBezTo>
                    <a:pt x="183" y="1763"/>
                    <a:pt x="2645" y="3374"/>
                    <a:pt x="8694" y="5168"/>
                  </a:cubicBezTo>
                  <a:cubicBezTo>
                    <a:pt x="12098" y="6262"/>
                    <a:pt x="15442" y="7538"/>
                    <a:pt x="18725" y="8997"/>
                  </a:cubicBezTo>
                  <a:lnTo>
                    <a:pt x="20184" y="8997"/>
                  </a:lnTo>
                  <a:cubicBezTo>
                    <a:pt x="17205" y="7022"/>
                    <a:pt x="12463" y="4043"/>
                    <a:pt x="8664" y="2584"/>
                  </a:cubicBezTo>
                  <a:cubicBezTo>
                    <a:pt x="2736" y="30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21;p8">
              <a:extLst>
                <a:ext uri="{FF2B5EF4-FFF2-40B4-BE49-F238E27FC236}">
                  <a16:creationId xmlns:a16="http://schemas.microsoft.com/office/drawing/2014/main" id="{E6AC45ED-DFA4-2547-F5E1-A10EB8F42DDE}"/>
                </a:ext>
              </a:extLst>
            </p:cNvPr>
            <p:cNvSpPr/>
            <p:nvPr/>
          </p:nvSpPr>
          <p:spPr>
            <a:xfrm>
              <a:off x="2455475" y="4892450"/>
              <a:ext cx="566900" cy="280425"/>
            </a:xfrm>
            <a:custGeom>
              <a:avLst/>
              <a:gdLst/>
              <a:ahLst/>
              <a:cxnLst/>
              <a:rect l="l" t="t" r="r" b="b"/>
              <a:pathLst>
                <a:path w="22676" h="11217" extrusionOk="0">
                  <a:moveTo>
                    <a:pt x="1" y="183"/>
                  </a:moveTo>
                  <a:cubicBezTo>
                    <a:pt x="3557" y="5138"/>
                    <a:pt x="22676" y="11217"/>
                    <a:pt x="22676" y="11217"/>
                  </a:cubicBezTo>
                  <a:cubicBezTo>
                    <a:pt x="22676" y="11217"/>
                    <a:pt x="15138" y="5563"/>
                    <a:pt x="9484" y="2767"/>
                  </a:cubicBezTo>
                  <a:cubicBezTo>
                    <a:pt x="3800" y="1"/>
                    <a:pt x="1" y="183"/>
                    <a:pt x="1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22;p8">
              <a:extLst>
                <a:ext uri="{FF2B5EF4-FFF2-40B4-BE49-F238E27FC236}">
                  <a16:creationId xmlns:a16="http://schemas.microsoft.com/office/drawing/2014/main" id="{68898DEB-67E8-C20F-8FB9-FFBA06A6D39B}"/>
                </a:ext>
              </a:extLst>
            </p:cNvPr>
            <p:cNvSpPr/>
            <p:nvPr/>
          </p:nvSpPr>
          <p:spPr>
            <a:xfrm>
              <a:off x="2576300" y="4805825"/>
              <a:ext cx="592750" cy="190775"/>
            </a:xfrm>
            <a:custGeom>
              <a:avLst/>
              <a:gdLst/>
              <a:ahLst/>
              <a:cxnLst/>
              <a:rect l="l" t="t" r="r" b="b"/>
              <a:pathLst>
                <a:path w="23710" h="7631" extrusionOk="0">
                  <a:moveTo>
                    <a:pt x="1" y="396"/>
                  </a:moveTo>
                  <a:cubicBezTo>
                    <a:pt x="2098" y="4803"/>
                    <a:pt x="23709" y="7630"/>
                    <a:pt x="23709" y="7630"/>
                  </a:cubicBezTo>
                  <a:cubicBezTo>
                    <a:pt x="23709" y="7630"/>
                    <a:pt x="12736" y="2736"/>
                    <a:pt x="7417" y="1369"/>
                  </a:cubicBezTo>
                  <a:cubicBezTo>
                    <a:pt x="2098" y="1"/>
                    <a:pt x="1" y="396"/>
                    <a:pt x="1" y="3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23;p8">
              <a:extLst>
                <a:ext uri="{FF2B5EF4-FFF2-40B4-BE49-F238E27FC236}">
                  <a16:creationId xmlns:a16="http://schemas.microsoft.com/office/drawing/2014/main" id="{306416D8-185D-F9E5-ED51-FAAB8A67DFF1}"/>
                </a:ext>
              </a:extLst>
            </p:cNvPr>
            <p:cNvSpPr/>
            <p:nvPr/>
          </p:nvSpPr>
          <p:spPr>
            <a:xfrm>
              <a:off x="2709275" y="4714650"/>
              <a:ext cx="497775" cy="163400"/>
            </a:xfrm>
            <a:custGeom>
              <a:avLst/>
              <a:gdLst/>
              <a:ahLst/>
              <a:cxnLst/>
              <a:rect l="l" t="t" r="r" b="b"/>
              <a:pathLst>
                <a:path w="19911" h="6536" extrusionOk="0">
                  <a:moveTo>
                    <a:pt x="1" y="335"/>
                  </a:moveTo>
                  <a:cubicBezTo>
                    <a:pt x="4043" y="6535"/>
                    <a:pt x="19910" y="3313"/>
                    <a:pt x="19910" y="3313"/>
                  </a:cubicBezTo>
                  <a:cubicBezTo>
                    <a:pt x="19910" y="3313"/>
                    <a:pt x="12828" y="1672"/>
                    <a:pt x="7934" y="821"/>
                  </a:cubicBezTo>
                  <a:cubicBezTo>
                    <a:pt x="3040" y="0"/>
                    <a:pt x="1" y="335"/>
                    <a:pt x="1" y="3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24;p8">
              <a:extLst>
                <a:ext uri="{FF2B5EF4-FFF2-40B4-BE49-F238E27FC236}">
                  <a16:creationId xmlns:a16="http://schemas.microsoft.com/office/drawing/2014/main" id="{A17B8C0C-249A-750D-6D9A-07209A183DA5}"/>
                </a:ext>
              </a:extLst>
            </p:cNvPr>
            <p:cNvSpPr/>
            <p:nvPr/>
          </p:nvSpPr>
          <p:spPr>
            <a:xfrm>
              <a:off x="1755625" y="4643975"/>
              <a:ext cx="352600" cy="557025"/>
            </a:xfrm>
            <a:custGeom>
              <a:avLst/>
              <a:gdLst/>
              <a:ahLst/>
              <a:cxnLst/>
              <a:rect l="l" t="t" r="r" b="b"/>
              <a:pathLst>
                <a:path w="14104" h="22281" extrusionOk="0">
                  <a:moveTo>
                    <a:pt x="3708" y="7964"/>
                  </a:moveTo>
                  <a:cubicBezTo>
                    <a:pt x="6687" y="13770"/>
                    <a:pt x="12523" y="22280"/>
                    <a:pt x="12523" y="22280"/>
                  </a:cubicBezTo>
                  <a:cubicBezTo>
                    <a:pt x="14104" y="16262"/>
                    <a:pt x="0" y="1"/>
                    <a:pt x="0" y="1"/>
                  </a:cubicBezTo>
                  <a:cubicBezTo>
                    <a:pt x="0" y="1"/>
                    <a:pt x="760" y="2159"/>
                    <a:pt x="3708" y="7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25;p8">
              <a:extLst>
                <a:ext uri="{FF2B5EF4-FFF2-40B4-BE49-F238E27FC236}">
                  <a16:creationId xmlns:a16="http://schemas.microsoft.com/office/drawing/2014/main" id="{489AE73D-8874-DBAB-C226-C5185C7641D6}"/>
                </a:ext>
              </a:extLst>
            </p:cNvPr>
            <p:cNvSpPr/>
            <p:nvPr/>
          </p:nvSpPr>
          <p:spPr>
            <a:xfrm>
              <a:off x="2217625" y="5068000"/>
              <a:ext cx="393650" cy="152000"/>
            </a:xfrm>
            <a:custGeom>
              <a:avLst/>
              <a:gdLst/>
              <a:ahLst/>
              <a:cxnLst/>
              <a:rect l="l" t="t" r="r" b="b"/>
              <a:pathLst>
                <a:path w="15746" h="6080" extrusionOk="0">
                  <a:moveTo>
                    <a:pt x="62" y="0"/>
                  </a:moveTo>
                  <a:cubicBezTo>
                    <a:pt x="1" y="1581"/>
                    <a:pt x="4895" y="4408"/>
                    <a:pt x="10487" y="6079"/>
                  </a:cubicBezTo>
                  <a:lnTo>
                    <a:pt x="15746" y="6079"/>
                  </a:lnTo>
                  <a:lnTo>
                    <a:pt x="15685" y="6049"/>
                  </a:lnTo>
                  <a:cubicBezTo>
                    <a:pt x="10123" y="2918"/>
                    <a:pt x="62" y="0"/>
                    <a:pt x="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26;p8">
              <a:extLst>
                <a:ext uri="{FF2B5EF4-FFF2-40B4-BE49-F238E27FC236}">
                  <a16:creationId xmlns:a16="http://schemas.microsoft.com/office/drawing/2014/main" id="{FEC6B1F6-EB36-C856-6E4D-E5E4639D5E3E}"/>
                </a:ext>
              </a:extLst>
            </p:cNvPr>
            <p:cNvSpPr/>
            <p:nvPr/>
          </p:nvSpPr>
          <p:spPr>
            <a:xfrm>
              <a:off x="2133275" y="5143225"/>
              <a:ext cx="136050" cy="76775"/>
            </a:xfrm>
            <a:custGeom>
              <a:avLst/>
              <a:gdLst/>
              <a:ahLst/>
              <a:cxnLst/>
              <a:rect l="l" t="t" r="r" b="b"/>
              <a:pathLst>
                <a:path w="5442" h="3071" extrusionOk="0">
                  <a:moveTo>
                    <a:pt x="1885" y="3070"/>
                  </a:moveTo>
                  <a:lnTo>
                    <a:pt x="5442" y="3070"/>
                  </a:lnTo>
                  <a:cubicBezTo>
                    <a:pt x="3557" y="2189"/>
                    <a:pt x="1733" y="1155"/>
                    <a:pt x="1" y="0"/>
                  </a:cubicBezTo>
                  <a:cubicBezTo>
                    <a:pt x="1" y="821"/>
                    <a:pt x="700" y="1946"/>
                    <a:pt x="1885" y="30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66620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866;p8">
            <a:extLst>
              <a:ext uri="{FF2B5EF4-FFF2-40B4-BE49-F238E27FC236}">
                <a16:creationId xmlns:a16="http://schemas.microsoft.com/office/drawing/2014/main" id="{182D6866-9B74-27C1-B2EF-C41FCB0000CF}"/>
              </a:ext>
            </a:extLst>
          </p:cNvPr>
          <p:cNvGrpSpPr/>
          <p:nvPr userDrawn="1"/>
        </p:nvGrpSpPr>
        <p:grpSpPr>
          <a:xfrm>
            <a:off x="0" y="5553074"/>
            <a:ext cx="1566849" cy="1304925"/>
            <a:chOff x="238125" y="3754900"/>
            <a:chExt cx="1759175" cy="1465100"/>
          </a:xfrm>
        </p:grpSpPr>
        <p:sp>
          <p:nvSpPr>
            <p:cNvPr id="63" name="Google Shape;867;p8">
              <a:extLst>
                <a:ext uri="{FF2B5EF4-FFF2-40B4-BE49-F238E27FC236}">
                  <a16:creationId xmlns:a16="http://schemas.microsoft.com/office/drawing/2014/main" id="{ECEB6EBD-3693-D37B-A743-C15D86C0F0A6}"/>
                </a:ext>
              </a:extLst>
            </p:cNvPr>
            <p:cNvSpPr/>
            <p:nvPr/>
          </p:nvSpPr>
          <p:spPr>
            <a:xfrm>
              <a:off x="238125" y="3754900"/>
              <a:ext cx="1759175" cy="1465100"/>
            </a:xfrm>
            <a:custGeom>
              <a:avLst/>
              <a:gdLst/>
              <a:ahLst/>
              <a:cxnLst/>
              <a:rect l="l" t="t" r="r" b="b"/>
              <a:pathLst>
                <a:path w="70367" h="58604" extrusionOk="0">
                  <a:moveTo>
                    <a:pt x="5897" y="40214"/>
                  </a:moveTo>
                  <a:cubicBezTo>
                    <a:pt x="5897" y="40214"/>
                    <a:pt x="8511" y="34804"/>
                    <a:pt x="6201" y="34287"/>
                  </a:cubicBezTo>
                  <a:cubicBezTo>
                    <a:pt x="3891" y="33770"/>
                    <a:pt x="3009" y="37448"/>
                    <a:pt x="3374" y="38542"/>
                  </a:cubicBezTo>
                  <a:cubicBezTo>
                    <a:pt x="3769" y="39667"/>
                    <a:pt x="5076" y="42007"/>
                    <a:pt x="5897" y="40214"/>
                  </a:cubicBezTo>
                  <a:moveTo>
                    <a:pt x="26566" y="19271"/>
                  </a:moveTo>
                  <a:cubicBezTo>
                    <a:pt x="26566" y="19271"/>
                    <a:pt x="30639" y="15077"/>
                    <a:pt x="31247" y="11916"/>
                  </a:cubicBezTo>
                  <a:cubicBezTo>
                    <a:pt x="31824" y="8785"/>
                    <a:pt x="29879" y="8694"/>
                    <a:pt x="28086" y="10791"/>
                  </a:cubicBezTo>
                  <a:cubicBezTo>
                    <a:pt x="26262" y="12858"/>
                    <a:pt x="25198" y="9818"/>
                    <a:pt x="23344" y="12919"/>
                  </a:cubicBezTo>
                  <a:cubicBezTo>
                    <a:pt x="21459" y="15989"/>
                    <a:pt x="23709" y="22706"/>
                    <a:pt x="26566" y="19271"/>
                  </a:cubicBezTo>
                  <a:close/>
                  <a:moveTo>
                    <a:pt x="32645" y="36871"/>
                  </a:moveTo>
                  <a:cubicBezTo>
                    <a:pt x="32645" y="36871"/>
                    <a:pt x="30608" y="35594"/>
                    <a:pt x="28542" y="36567"/>
                  </a:cubicBezTo>
                  <a:cubicBezTo>
                    <a:pt x="26475" y="37570"/>
                    <a:pt x="28694" y="38421"/>
                    <a:pt x="30122" y="38481"/>
                  </a:cubicBezTo>
                  <a:cubicBezTo>
                    <a:pt x="31581" y="38512"/>
                    <a:pt x="32706" y="37934"/>
                    <a:pt x="32645" y="36871"/>
                  </a:cubicBezTo>
                  <a:close/>
                  <a:moveTo>
                    <a:pt x="49363" y="23314"/>
                  </a:moveTo>
                  <a:cubicBezTo>
                    <a:pt x="49363" y="23314"/>
                    <a:pt x="52493" y="19758"/>
                    <a:pt x="51551" y="17235"/>
                  </a:cubicBezTo>
                  <a:cubicBezTo>
                    <a:pt x="50609" y="14712"/>
                    <a:pt x="48998" y="17083"/>
                    <a:pt x="48299" y="19697"/>
                  </a:cubicBezTo>
                  <a:cubicBezTo>
                    <a:pt x="47600" y="22281"/>
                    <a:pt x="48420" y="25290"/>
                    <a:pt x="49363" y="23314"/>
                  </a:cubicBezTo>
                  <a:close/>
                  <a:moveTo>
                    <a:pt x="44317" y="52008"/>
                  </a:moveTo>
                  <a:cubicBezTo>
                    <a:pt x="44317" y="52008"/>
                    <a:pt x="46688" y="54865"/>
                    <a:pt x="50123" y="53801"/>
                  </a:cubicBezTo>
                  <a:cubicBezTo>
                    <a:pt x="53557" y="52737"/>
                    <a:pt x="54773" y="49606"/>
                    <a:pt x="52402" y="49849"/>
                  </a:cubicBezTo>
                  <a:cubicBezTo>
                    <a:pt x="50062" y="50062"/>
                    <a:pt x="49545" y="50640"/>
                    <a:pt x="47843" y="49758"/>
                  </a:cubicBezTo>
                  <a:cubicBezTo>
                    <a:pt x="46141" y="48907"/>
                    <a:pt x="45229" y="47722"/>
                    <a:pt x="43739" y="49150"/>
                  </a:cubicBezTo>
                  <a:cubicBezTo>
                    <a:pt x="42220" y="50549"/>
                    <a:pt x="43283" y="51795"/>
                    <a:pt x="44347" y="52008"/>
                  </a:cubicBezTo>
                  <a:close/>
                  <a:moveTo>
                    <a:pt x="11520" y="46871"/>
                  </a:moveTo>
                  <a:cubicBezTo>
                    <a:pt x="10669" y="48725"/>
                    <a:pt x="8450" y="54318"/>
                    <a:pt x="10000" y="58603"/>
                  </a:cubicBezTo>
                  <a:lnTo>
                    <a:pt x="27022" y="58603"/>
                  </a:lnTo>
                  <a:cubicBezTo>
                    <a:pt x="26231" y="57843"/>
                    <a:pt x="26019" y="56871"/>
                    <a:pt x="27174" y="56111"/>
                  </a:cubicBezTo>
                  <a:cubicBezTo>
                    <a:pt x="29453" y="54591"/>
                    <a:pt x="32767" y="57843"/>
                    <a:pt x="32767" y="57843"/>
                  </a:cubicBezTo>
                  <a:cubicBezTo>
                    <a:pt x="33010" y="58026"/>
                    <a:pt x="33040" y="58360"/>
                    <a:pt x="32858" y="58603"/>
                  </a:cubicBezTo>
                  <a:lnTo>
                    <a:pt x="45259" y="58603"/>
                  </a:lnTo>
                  <a:cubicBezTo>
                    <a:pt x="45654" y="58360"/>
                    <a:pt x="45867" y="58208"/>
                    <a:pt x="45867" y="58208"/>
                  </a:cubicBezTo>
                  <a:cubicBezTo>
                    <a:pt x="45867" y="58208"/>
                    <a:pt x="37660" y="56567"/>
                    <a:pt x="32767" y="53163"/>
                  </a:cubicBezTo>
                  <a:cubicBezTo>
                    <a:pt x="27842" y="49758"/>
                    <a:pt x="25654" y="44378"/>
                    <a:pt x="29940" y="47661"/>
                  </a:cubicBezTo>
                  <a:cubicBezTo>
                    <a:pt x="34256" y="50944"/>
                    <a:pt x="38055" y="53618"/>
                    <a:pt x="41794" y="54682"/>
                  </a:cubicBezTo>
                  <a:cubicBezTo>
                    <a:pt x="45563" y="55746"/>
                    <a:pt x="48907" y="57479"/>
                    <a:pt x="52828" y="54439"/>
                  </a:cubicBezTo>
                  <a:cubicBezTo>
                    <a:pt x="56718" y="51400"/>
                    <a:pt x="60427" y="45837"/>
                    <a:pt x="60427" y="45837"/>
                  </a:cubicBezTo>
                  <a:cubicBezTo>
                    <a:pt x="60427" y="45837"/>
                    <a:pt x="51065" y="48634"/>
                    <a:pt x="43466" y="45442"/>
                  </a:cubicBezTo>
                  <a:cubicBezTo>
                    <a:pt x="35897" y="42220"/>
                    <a:pt x="33830" y="35381"/>
                    <a:pt x="40882" y="38603"/>
                  </a:cubicBezTo>
                  <a:cubicBezTo>
                    <a:pt x="47964" y="41795"/>
                    <a:pt x="52098" y="45351"/>
                    <a:pt x="56293" y="44530"/>
                  </a:cubicBezTo>
                  <a:cubicBezTo>
                    <a:pt x="58937" y="43922"/>
                    <a:pt x="61399" y="42676"/>
                    <a:pt x="63466" y="40913"/>
                  </a:cubicBezTo>
                  <a:cubicBezTo>
                    <a:pt x="63466" y="40913"/>
                    <a:pt x="64925" y="38117"/>
                    <a:pt x="65260" y="35381"/>
                  </a:cubicBezTo>
                  <a:cubicBezTo>
                    <a:pt x="65472" y="33497"/>
                    <a:pt x="65564" y="31582"/>
                    <a:pt x="65533" y="29667"/>
                  </a:cubicBezTo>
                  <a:cubicBezTo>
                    <a:pt x="65533" y="29667"/>
                    <a:pt x="58694" y="33557"/>
                    <a:pt x="53527" y="32433"/>
                  </a:cubicBezTo>
                  <a:cubicBezTo>
                    <a:pt x="48390" y="31308"/>
                    <a:pt x="46597" y="26323"/>
                    <a:pt x="51551" y="26992"/>
                  </a:cubicBezTo>
                  <a:cubicBezTo>
                    <a:pt x="56536" y="27661"/>
                    <a:pt x="59454" y="29393"/>
                    <a:pt x="63618" y="27357"/>
                  </a:cubicBezTo>
                  <a:cubicBezTo>
                    <a:pt x="67813" y="25351"/>
                    <a:pt x="67661" y="20913"/>
                    <a:pt x="67965" y="17113"/>
                  </a:cubicBezTo>
                  <a:cubicBezTo>
                    <a:pt x="68299" y="13314"/>
                    <a:pt x="70366" y="11673"/>
                    <a:pt x="70366" y="11673"/>
                  </a:cubicBezTo>
                  <a:cubicBezTo>
                    <a:pt x="70366" y="11673"/>
                    <a:pt x="65685" y="12706"/>
                    <a:pt x="61734" y="9849"/>
                  </a:cubicBezTo>
                  <a:cubicBezTo>
                    <a:pt x="57813" y="6992"/>
                    <a:pt x="49454" y="578"/>
                    <a:pt x="44651" y="5624"/>
                  </a:cubicBezTo>
                  <a:cubicBezTo>
                    <a:pt x="39849" y="10670"/>
                    <a:pt x="42676" y="17296"/>
                    <a:pt x="40609" y="22585"/>
                  </a:cubicBezTo>
                  <a:cubicBezTo>
                    <a:pt x="38572" y="27873"/>
                    <a:pt x="34438" y="27417"/>
                    <a:pt x="35715" y="19180"/>
                  </a:cubicBezTo>
                  <a:cubicBezTo>
                    <a:pt x="36992" y="10913"/>
                    <a:pt x="43922" y="943"/>
                    <a:pt x="43922" y="943"/>
                  </a:cubicBezTo>
                  <a:cubicBezTo>
                    <a:pt x="43922" y="943"/>
                    <a:pt x="26748" y="1"/>
                    <a:pt x="19453" y="6688"/>
                  </a:cubicBezTo>
                  <a:cubicBezTo>
                    <a:pt x="12158" y="13375"/>
                    <a:pt x="13465" y="18238"/>
                    <a:pt x="14408" y="25624"/>
                  </a:cubicBezTo>
                  <a:cubicBezTo>
                    <a:pt x="15350" y="32980"/>
                    <a:pt x="14012" y="35533"/>
                    <a:pt x="12766" y="34682"/>
                  </a:cubicBezTo>
                  <a:cubicBezTo>
                    <a:pt x="11520" y="33831"/>
                    <a:pt x="12523" y="26566"/>
                    <a:pt x="11490" y="22189"/>
                  </a:cubicBezTo>
                  <a:cubicBezTo>
                    <a:pt x="10456" y="17812"/>
                    <a:pt x="10517" y="14955"/>
                    <a:pt x="11398" y="13344"/>
                  </a:cubicBezTo>
                  <a:cubicBezTo>
                    <a:pt x="12310" y="11703"/>
                    <a:pt x="14316" y="9818"/>
                    <a:pt x="14316" y="9818"/>
                  </a:cubicBezTo>
                  <a:cubicBezTo>
                    <a:pt x="14316" y="9818"/>
                    <a:pt x="7356" y="9818"/>
                    <a:pt x="4499" y="14895"/>
                  </a:cubicBezTo>
                  <a:cubicBezTo>
                    <a:pt x="2979" y="17600"/>
                    <a:pt x="1429" y="18603"/>
                    <a:pt x="0" y="19788"/>
                  </a:cubicBezTo>
                  <a:lnTo>
                    <a:pt x="0" y="42342"/>
                  </a:lnTo>
                  <a:cubicBezTo>
                    <a:pt x="1854" y="43953"/>
                    <a:pt x="4407" y="45199"/>
                    <a:pt x="7812" y="45807"/>
                  </a:cubicBezTo>
                  <a:cubicBezTo>
                    <a:pt x="5380" y="46536"/>
                    <a:pt x="2492" y="47357"/>
                    <a:pt x="0" y="47965"/>
                  </a:cubicBezTo>
                  <a:lnTo>
                    <a:pt x="0" y="50822"/>
                  </a:lnTo>
                  <a:cubicBezTo>
                    <a:pt x="3982" y="49941"/>
                    <a:pt x="7842" y="48634"/>
                    <a:pt x="11550" y="46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8;p8">
              <a:extLst>
                <a:ext uri="{FF2B5EF4-FFF2-40B4-BE49-F238E27FC236}">
                  <a16:creationId xmlns:a16="http://schemas.microsoft.com/office/drawing/2014/main" id="{9C32EC0A-3526-BA4D-4178-C0AEFE5DC870}"/>
                </a:ext>
              </a:extLst>
            </p:cNvPr>
            <p:cNvSpPr/>
            <p:nvPr/>
          </p:nvSpPr>
          <p:spPr>
            <a:xfrm>
              <a:off x="427325" y="4012500"/>
              <a:ext cx="1313125" cy="1106425"/>
            </a:xfrm>
            <a:custGeom>
              <a:avLst/>
              <a:gdLst/>
              <a:ahLst/>
              <a:cxnLst/>
              <a:rect l="l" t="t" r="r" b="b"/>
              <a:pathLst>
                <a:path w="52525" h="44257" extrusionOk="0">
                  <a:moveTo>
                    <a:pt x="3557" y="35138"/>
                  </a:moveTo>
                  <a:lnTo>
                    <a:pt x="6961" y="32950"/>
                  </a:lnTo>
                  <a:cubicBezTo>
                    <a:pt x="6961" y="32950"/>
                    <a:pt x="3618" y="30427"/>
                    <a:pt x="1824" y="25047"/>
                  </a:cubicBezTo>
                  <a:cubicBezTo>
                    <a:pt x="1" y="19636"/>
                    <a:pt x="639" y="15594"/>
                    <a:pt x="639" y="15594"/>
                  </a:cubicBezTo>
                  <a:cubicBezTo>
                    <a:pt x="639" y="15594"/>
                    <a:pt x="1612" y="23557"/>
                    <a:pt x="3496" y="26384"/>
                  </a:cubicBezTo>
                  <a:cubicBezTo>
                    <a:pt x="5411" y="29211"/>
                    <a:pt x="8481" y="32099"/>
                    <a:pt x="8481" y="32099"/>
                  </a:cubicBezTo>
                  <a:lnTo>
                    <a:pt x="14469" y="28816"/>
                  </a:lnTo>
                  <a:cubicBezTo>
                    <a:pt x="14469" y="28816"/>
                    <a:pt x="10365" y="21551"/>
                    <a:pt x="10335" y="15898"/>
                  </a:cubicBezTo>
                  <a:cubicBezTo>
                    <a:pt x="10305" y="10214"/>
                    <a:pt x="11764" y="7752"/>
                    <a:pt x="11764" y="7752"/>
                  </a:cubicBezTo>
                  <a:cubicBezTo>
                    <a:pt x="11764" y="7752"/>
                    <a:pt x="10517" y="13557"/>
                    <a:pt x="11642" y="18603"/>
                  </a:cubicBezTo>
                  <a:cubicBezTo>
                    <a:pt x="12402" y="21825"/>
                    <a:pt x="13709" y="24895"/>
                    <a:pt x="15442" y="27722"/>
                  </a:cubicBezTo>
                  <a:lnTo>
                    <a:pt x="22888" y="23740"/>
                  </a:lnTo>
                  <a:cubicBezTo>
                    <a:pt x="22888" y="23740"/>
                    <a:pt x="21490" y="18572"/>
                    <a:pt x="22281" y="13192"/>
                  </a:cubicBezTo>
                  <a:cubicBezTo>
                    <a:pt x="23040" y="7812"/>
                    <a:pt x="25503" y="4864"/>
                    <a:pt x="25503" y="4864"/>
                  </a:cubicBezTo>
                  <a:cubicBezTo>
                    <a:pt x="25503" y="4864"/>
                    <a:pt x="23101" y="9940"/>
                    <a:pt x="23040" y="13831"/>
                  </a:cubicBezTo>
                  <a:cubicBezTo>
                    <a:pt x="22980" y="17752"/>
                    <a:pt x="24226" y="22767"/>
                    <a:pt x="24226" y="22767"/>
                  </a:cubicBezTo>
                  <a:cubicBezTo>
                    <a:pt x="24226" y="22767"/>
                    <a:pt x="32585" y="19241"/>
                    <a:pt x="34500" y="18025"/>
                  </a:cubicBezTo>
                  <a:cubicBezTo>
                    <a:pt x="35594" y="17296"/>
                    <a:pt x="36627" y="16475"/>
                    <a:pt x="37600" y="15563"/>
                  </a:cubicBezTo>
                  <a:cubicBezTo>
                    <a:pt x="37600" y="15563"/>
                    <a:pt x="35989" y="11247"/>
                    <a:pt x="37205" y="6718"/>
                  </a:cubicBezTo>
                  <a:cubicBezTo>
                    <a:pt x="37904" y="4074"/>
                    <a:pt x="39424" y="1703"/>
                    <a:pt x="41551" y="1"/>
                  </a:cubicBezTo>
                  <a:cubicBezTo>
                    <a:pt x="41551" y="1"/>
                    <a:pt x="38907" y="3800"/>
                    <a:pt x="38117" y="6992"/>
                  </a:cubicBezTo>
                  <a:cubicBezTo>
                    <a:pt x="37326" y="10214"/>
                    <a:pt x="38907" y="15320"/>
                    <a:pt x="38907" y="15320"/>
                  </a:cubicBezTo>
                  <a:cubicBezTo>
                    <a:pt x="38907" y="15320"/>
                    <a:pt x="42706" y="12919"/>
                    <a:pt x="45746" y="11095"/>
                  </a:cubicBezTo>
                  <a:cubicBezTo>
                    <a:pt x="48786" y="9241"/>
                    <a:pt x="52524" y="7296"/>
                    <a:pt x="52524" y="7296"/>
                  </a:cubicBezTo>
                  <a:lnTo>
                    <a:pt x="43132" y="13709"/>
                  </a:lnTo>
                  <a:cubicBezTo>
                    <a:pt x="43132" y="13709"/>
                    <a:pt x="44074" y="14743"/>
                    <a:pt x="46263" y="15077"/>
                  </a:cubicBezTo>
                  <a:cubicBezTo>
                    <a:pt x="48451" y="15411"/>
                    <a:pt x="50701" y="14135"/>
                    <a:pt x="50701" y="14135"/>
                  </a:cubicBezTo>
                  <a:cubicBezTo>
                    <a:pt x="50701" y="14135"/>
                    <a:pt x="49363" y="15594"/>
                    <a:pt x="46567" y="15806"/>
                  </a:cubicBezTo>
                  <a:cubicBezTo>
                    <a:pt x="44925" y="15958"/>
                    <a:pt x="43284" y="15472"/>
                    <a:pt x="42007" y="14439"/>
                  </a:cubicBezTo>
                  <a:cubicBezTo>
                    <a:pt x="42007" y="14439"/>
                    <a:pt x="37995" y="16962"/>
                    <a:pt x="35260" y="18876"/>
                  </a:cubicBezTo>
                  <a:cubicBezTo>
                    <a:pt x="32524" y="20791"/>
                    <a:pt x="30822" y="21247"/>
                    <a:pt x="30822" y="21247"/>
                  </a:cubicBezTo>
                  <a:cubicBezTo>
                    <a:pt x="30822" y="21247"/>
                    <a:pt x="34439" y="24773"/>
                    <a:pt x="38208" y="25715"/>
                  </a:cubicBezTo>
                  <a:cubicBezTo>
                    <a:pt x="40609" y="26293"/>
                    <a:pt x="43102" y="26567"/>
                    <a:pt x="45594" y="26536"/>
                  </a:cubicBezTo>
                  <a:cubicBezTo>
                    <a:pt x="42281" y="27022"/>
                    <a:pt x="38907" y="26779"/>
                    <a:pt x="35715" y="25776"/>
                  </a:cubicBezTo>
                  <a:cubicBezTo>
                    <a:pt x="30427" y="24074"/>
                    <a:pt x="28907" y="21886"/>
                    <a:pt x="28907" y="21886"/>
                  </a:cubicBezTo>
                  <a:cubicBezTo>
                    <a:pt x="28907" y="21886"/>
                    <a:pt x="25533" y="23071"/>
                    <a:pt x="23253" y="24682"/>
                  </a:cubicBezTo>
                  <a:lnTo>
                    <a:pt x="18481" y="28026"/>
                  </a:lnTo>
                  <a:cubicBezTo>
                    <a:pt x="18481" y="28026"/>
                    <a:pt x="21764" y="32767"/>
                    <a:pt x="25411" y="35564"/>
                  </a:cubicBezTo>
                  <a:cubicBezTo>
                    <a:pt x="29028" y="38360"/>
                    <a:pt x="33527" y="39363"/>
                    <a:pt x="33527" y="39363"/>
                  </a:cubicBezTo>
                  <a:cubicBezTo>
                    <a:pt x="33527" y="39363"/>
                    <a:pt x="27661" y="38451"/>
                    <a:pt x="24591" y="35928"/>
                  </a:cubicBezTo>
                  <a:cubicBezTo>
                    <a:pt x="21521" y="33406"/>
                    <a:pt x="17356" y="28542"/>
                    <a:pt x="17356" y="28542"/>
                  </a:cubicBezTo>
                  <a:lnTo>
                    <a:pt x="11004" y="32433"/>
                  </a:lnTo>
                  <a:cubicBezTo>
                    <a:pt x="12341" y="34652"/>
                    <a:pt x="13952" y="36658"/>
                    <a:pt x="15806" y="38451"/>
                  </a:cubicBezTo>
                  <a:cubicBezTo>
                    <a:pt x="18876" y="41339"/>
                    <a:pt x="22676" y="44257"/>
                    <a:pt x="22676" y="44257"/>
                  </a:cubicBezTo>
                  <a:cubicBezTo>
                    <a:pt x="20062" y="42980"/>
                    <a:pt x="17630" y="41339"/>
                    <a:pt x="15502" y="39363"/>
                  </a:cubicBezTo>
                  <a:cubicBezTo>
                    <a:pt x="11703" y="35959"/>
                    <a:pt x="9910" y="33071"/>
                    <a:pt x="9910" y="33071"/>
                  </a:cubicBezTo>
                  <a:cubicBezTo>
                    <a:pt x="9910" y="33071"/>
                    <a:pt x="7052" y="34135"/>
                    <a:pt x="3557" y="351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A53A019D-1EF9-7623-5C30-A09B4E8EEE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981" y="6167184"/>
            <a:ext cx="550931" cy="55093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7EFF69C-598F-20B0-CB69-2C7300141D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0" t="1" r="13881" b="10319"/>
          <a:stretch>
            <a:fillRect/>
          </a:stretch>
        </p:blipFill>
        <p:spPr>
          <a:xfrm>
            <a:off x="9553305" y="6255839"/>
            <a:ext cx="563418" cy="32931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42C5BC6-D872-0B77-6E96-6DFEFAC867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055" y="6167184"/>
            <a:ext cx="560189" cy="5601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E2F5123-D9FC-E3ED-0DED-DB054477BB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71754" y="6290358"/>
            <a:ext cx="902459" cy="26027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6CAA726-1D3C-B9FC-EA19-D6CF127A5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250" y="6205536"/>
            <a:ext cx="330569" cy="4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9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magen que contiene Texto&#10;&#10;Descripción generada automáticamente">
            <a:extLst>
              <a:ext uri="{FF2B5EF4-FFF2-40B4-BE49-F238E27FC236}">
                <a16:creationId xmlns:a16="http://schemas.microsoft.com/office/drawing/2014/main" id="{DDECE0E9-F8F8-539E-D844-C115750524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234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CBBFB86-9867-81EA-CD39-76702308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312"/>
            <a:ext cx="10515600" cy="9229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88CB3-9D9B-D4FC-130F-E9EF5C907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63637"/>
            <a:ext cx="10515600" cy="3813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419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060CBB0-5DAD-54CE-7917-1AFFACA67304}"/>
              </a:ext>
            </a:extLst>
          </p:cNvPr>
          <p:cNvSpPr txBox="1"/>
          <p:nvPr userDrawn="1"/>
        </p:nvSpPr>
        <p:spPr>
          <a:xfrm>
            <a:off x="3624532" y="6323269"/>
            <a:ext cx="4942936" cy="46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algn="ctr">
              <a:defRPr sz="1200" b="0">
                <a:highlight>
                  <a:srgbClr val="FFFFFF"/>
                </a:highlight>
                <a:latin typeface="+mj-lt"/>
              </a:defRPr>
            </a:lvl1pPr>
          </a:lstStyle>
          <a:p>
            <a:pPr lvl="0"/>
            <a:r>
              <a:rPr lang="es-ES" dirty="0">
                <a:latin typeface="+mn-lt"/>
              </a:rPr>
              <a:t>VI Foro de Investigación “Educación Ambiental y Sostenibilidad</a:t>
            </a:r>
            <a:endParaRPr lang="es-419" dirty="0"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2EA5C1-F2F1-C928-5276-D58E52A722D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981" y="6167184"/>
            <a:ext cx="550931" cy="55093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D4F1EE-7E86-FFF6-846F-212652B94798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0" t="1" r="13881" b="10319"/>
          <a:stretch>
            <a:fillRect/>
          </a:stretch>
        </p:blipFill>
        <p:spPr>
          <a:xfrm>
            <a:off x="9553305" y="6255839"/>
            <a:ext cx="563418" cy="32931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CADD9CA-F016-48BE-F098-EC11AEDD5F47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055" y="6167184"/>
            <a:ext cx="560189" cy="56018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9C83B7-27B8-F53D-89F1-FC7B9E707FEE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671754" y="6290358"/>
            <a:ext cx="902459" cy="2602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42D0B9-5DC8-EB94-4BD3-49CC85E683C6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250" y="6205536"/>
            <a:ext cx="330569" cy="46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4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1" r:id="rId3"/>
    <p:sldLayoutId id="2147483650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60" r:id="rId11"/>
    <p:sldLayoutId id="2147483662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77A0DCA0-58DF-FB4C-DE32-D5A90D0D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9F7B6BB1-3726-71AC-0E11-C823FC432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5CA224-2109-7D49-4E9B-AEB2C0E2EB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37300"/>
            <a:ext cx="2743200" cy="365125"/>
          </a:xfrm>
          <a:prstGeom prst="rect">
            <a:avLst/>
          </a:prstGeom>
        </p:spPr>
        <p:txBody>
          <a:bodyPr/>
          <a:lstStyle/>
          <a:p>
            <a:fld id="{E7C2ACD0-A223-42ED-961B-20A96F2E36D9}" type="slidenum">
              <a:rPr lang="es-419" smtClean="0"/>
              <a:pPr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2528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34D56-01F6-E492-9CC1-61F2D37C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419" sz="2400" b="1" dirty="0"/>
              <a:t>INTRODUCCION</a:t>
            </a:r>
          </a:p>
        </p:txBody>
      </p:sp>
      <p:sp>
        <p:nvSpPr>
          <p:cNvPr id="14" name="Marcador de contenido 13">
            <a:extLst>
              <a:ext uri="{FF2B5EF4-FFF2-40B4-BE49-F238E27FC236}">
                <a16:creationId xmlns:a16="http://schemas.microsoft.com/office/drawing/2014/main" id="{3E619CE9-5F64-8731-5FBA-3813A3F04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102775-0023-EEBA-5790-0D262CB9B0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37300"/>
            <a:ext cx="2743200" cy="365125"/>
          </a:xfrm>
          <a:prstGeom prst="rect">
            <a:avLst/>
          </a:prstGeom>
        </p:spPr>
        <p:txBody>
          <a:bodyPr/>
          <a:lstStyle/>
          <a:p>
            <a:fld id="{E7C2ACD0-A223-42ED-961B-20A96F2E36D9}" type="slidenum">
              <a:rPr lang="es-419" smtClean="0"/>
              <a:t>2</a:t>
            </a:fld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69B2028-2C24-4F9C-AAA8-61792AC7EF69}"/>
              </a:ext>
            </a:extLst>
          </p:cNvPr>
          <p:cNvSpPr txBox="1"/>
          <p:nvPr/>
        </p:nvSpPr>
        <p:spPr>
          <a:xfrm>
            <a:off x="8408607" y="5938908"/>
            <a:ext cx="2236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Foto: Propia Aérea</a:t>
            </a:r>
          </a:p>
        </p:txBody>
      </p:sp>
    </p:spTree>
    <p:extLst>
      <p:ext uri="{BB962C8B-B14F-4D97-AF65-F5344CB8AC3E}">
        <p14:creationId xmlns:p14="http://schemas.microsoft.com/office/powerpoint/2010/main" val="248087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ítulo 9">
            <a:extLst>
              <a:ext uri="{FF2B5EF4-FFF2-40B4-BE49-F238E27FC236}">
                <a16:creationId xmlns:a16="http://schemas.microsoft.com/office/drawing/2014/main" id="{AB84AD03-CD48-2924-B1D7-D08F47AC3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4AFE890C-1E68-FC58-5817-F566E9108AE2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BA4789E7-F5D3-F22E-FE75-C9452AEB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960AC3E-8F95-487B-8ED0-04B7EA7940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37300"/>
            <a:ext cx="2743200" cy="365125"/>
          </a:xfrm>
          <a:prstGeom prst="rect">
            <a:avLst/>
          </a:prstGeom>
        </p:spPr>
        <p:txBody>
          <a:bodyPr/>
          <a:lstStyle/>
          <a:p>
            <a:fld id="{E7C2ACD0-A223-42ED-961B-20A96F2E36D9}" type="slidenum">
              <a:rPr lang="es-419" smtClean="0"/>
              <a:t>3</a:t>
            </a:fld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1465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E7C671-59C8-78CB-C79A-0223A22AF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8F75478-773E-D8E9-D5D0-C4E7C90A42C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6A4BADED-6868-D961-8328-880563B244FE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21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07DB69-67A8-3259-1E23-C5C2EB4A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A71153-2D97-B7D9-3FDD-92687CB060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A89D171-C3FB-471A-D2A6-66FF81C033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551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C47F84A-3959-E80A-E70C-808D25A79DC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97E6E82-D5F1-1902-98BB-2270C94C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29AAF6D-CE0D-944B-2ED4-EB7050377C6D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EA158AA-5D70-004B-C781-DC170F4A7103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359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856126" y="2514599"/>
            <a:ext cx="6041979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68AB"/>
              </a:buClr>
              <a:buSzPts val="3900"/>
              <a:buFont typeface="Arial"/>
              <a:buNone/>
            </a:pPr>
            <a:r>
              <a:rPr lang="es-ES" sz="3900" dirty="0">
                <a:solidFill>
                  <a:srgbClr val="4368AB"/>
                </a:solidFill>
              </a:rPr>
              <a:t>¡GRACIAS!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351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Personalizado 1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38b845b-041b-4adf-b1c3-b02a2deb4b4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F36ED2BBACD04890DCFFAB642A1A39" ma:contentTypeVersion="16" ma:contentTypeDescription="Create a new document." ma:contentTypeScope="" ma:versionID="72500acf2cc05e5de0af96d525727786">
  <xsd:schema xmlns:xsd="http://www.w3.org/2001/XMLSchema" xmlns:xs="http://www.w3.org/2001/XMLSchema" xmlns:p="http://schemas.microsoft.com/office/2006/metadata/properties" xmlns:ns3="a8ac4590-ce18-4a9e-b6ae-6569534cc93a" xmlns:ns4="638b845b-041b-4adf-b1c3-b02a2deb4b4f" targetNamespace="http://schemas.microsoft.com/office/2006/metadata/properties" ma:root="true" ma:fieldsID="d4afda27ac8328de70709c9a5cb69577" ns3:_="" ns4:_="">
    <xsd:import namespace="a8ac4590-ce18-4a9e-b6ae-6569534cc93a"/>
    <xsd:import namespace="638b845b-041b-4adf-b1c3-b02a2deb4b4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MediaServiceSystemTags" minOccurs="0"/>
                <xsd:element ref="ns4:MediaServiceSearchPropertie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c4590-ce18-4a9e-b6ae-6569534cc93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8b845b-041b-4adf-b1c3-b02a2deb4b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98FE92-F0DE-4D12-AA7F-108076086AAC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a8ac4590-ce18-4a9e-b6ae-6569534cc93a"/>
    <ds:schemaRef ds:uri="638b845b-041b-4adf-b1c3-b02a2deb4b4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64A8774-DA7C-4924-B6D6-BE28FFD5EA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ac4590-ce18-4a9e-b6ae-6569534cc93a"/>
    <ds:schemaRef ds:uri="638b845b-041b-4adf-b1c3-b02a2deb4b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CC3687-86CC-4C14-938A-340552730A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11</Words>
  <Application>Microsoft Office PowerPoint</Application>
  <PresentationFormat>Panorámica</PresentationFormat>
  <Paragraphs>6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Montserrat</vt:lpstr>
      <vt:lpstr>Montserrat Medium</vt:lpstr>
      <vt:lpstr>Montserrat SemiBold</vt:lpstr>
      <vt:lpstr>Tema de Office</vt:lpstr>
      <vt:lpstr>Presentación de PowerPoint</vt:lpstr>
      <vt:lpstr>INTRODUCCION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LEONARDO SANABRIA GARCIA</dc:creator>
  <cp:lastModifiedBy>Fanny Matilde Pinzon Candelario</cp:lastModifiedBy>
  <cp:revision>27</cp:revision>
  <dcterms:created xsi:type="dcterms:W3CDTF">2024-08-02T14:03:35Z</dcterms:created>
  <dcterms:modified xsi:type="dcterms:W3CDTF">2026-04-18T16:07:41Z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0x01010055F36ED2BBACD04890DCFFAB642A1A39</vt:lpwstr>
  </property>
</Properties>
</file>